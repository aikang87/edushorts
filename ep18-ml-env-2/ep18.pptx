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머신러닝 개발환경을 Compose로 더 편하게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개의 파일로 환경을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requirements.txt에 라이브러리와 버전을 적어 두면, 어디서든 같은 환경을 만들 수 있습니다. (버전은 17회차에서 설치된 실제 버전)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requirements.txt를 먼저 복사하면, 코드만 바뀔 때 설치를 다시 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 폴더를 볼륨으로 연결하고, 재시작과 메모리 제한도 한 번에 적습니다. (compose.yaml 일부만 표시, 생략한 줄은 ... 로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포트와 접속 token은 .env 파일로 분리합니다. (token 값은 실습용 예시)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build로 이미지를 만들고, up -d로 JupyterLab을 실행합니다. (긴 빌드 로그 중 핵심 줄만 표시, 설치된 패키지는 일부만 표시. 설치에는 약 2~3분 소요)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학습한 모델은 내 폴더의 models에 저장됩니다. 코드를 실행하는 동안만 컨테이너를 씁니다. (긴 명령은 \ 로 줄바꿈해 표시, docker compose run 의 컨테이너 생성 로그와 스크립트용 -T 옵션은 화면에서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JupyterLab에서 저장한 모델을 불러와 바로 예측해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컨테이너를 지워도 모델 파일은 내 폴더에 그대로 남아 있습니다. (down 의 중간 단계는 생략하고 Removed 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버전은 requirements.txt, 실행은 Compose, 바뀌는 값은 .env로 관리합니다.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시간부터는 Ollama로 언어모델을 다뤄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머신러닝 개발환경을 Compose로 더 편하게 만듭니다.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18회차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Docker로 ML 개발환경 ②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18회차 · Docker로 ML 개발환경 ②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개의 파일로 환경을 정리합니다.</a:t>
            </a:r>
            <a:endParaRPr lang="en-US" sz="1500" dirty="0"/>
          </a:p>
        </p:txBody>
      </p:sp>
      <p:sp>
        <p:nvSpPr>
          <p:cNvPr id="5" name="파일카드1"/>
          <p:cNvSpPr/>
          <p:nvPr/>
        </p:nvSpPr>
        <p:spPr>
          <a:xfrm>
            <a:off x="411480" y="2377440"/>
            <a:ext cx="4297680" cy="960120"/>
          </a:xfrm>
          <a:prstGeom prst="roundRect">
            <a:avLst>
              <a:gd name="adj" fmla="val 11429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" y="2377440"/>
            <a:ext cx="42976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라이브러리 목록 (버전 고정)</a:t>
            </a:r>
            <a:endParaRPr lang="en-US" sz="1700" dirty="0"/>
          </a:p>
        </p:txBody>
      </p:sp>
      <p:sp>
        <p:nvSpPr>
          <p:cNvPr id="7" name="파일카드2"/>
          <p:cNvSpPr/>
          <p:nvPr/>
        </p:nvSpPr>
        <p:spPr>
          <a:xfrm>
            <a:off x="411480" y="3520440"/>
            <a:ext cx="4297680" cy="960120"/>
          </a:xfrm>
          <a:prstGeom prst="roundRect">
            <a:avLst>
              <a:gd name="adj" fmla="val 11429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" y="3520440"/>
            <a:ext cx="42976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compose.yaml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설정</a:t>
            </a:r>
            <a:endParaRPr lang="en-US" sz="1700" dirty="0"/>
          </a:p>
        </p:txBody>
      </p:sp>
      <p:sp>
        <p:nvSpPr>
          <p:cNvPr id="9" name="파일카드3"/>
          <p:cNvSpPr/>
          <p:nvPr/>
        </p:nvSpPr>
        <p:spPr>
          <a:xfrm>
            <a:off x="411480" y="4663440"/>
            <a:ext cx="4297680" cy="960120"/>
          </a:xfrm>
          <a:prstGeom prst="roundRect">
            <a:avLst>
              <a:gd name="adj" fmla="val 11429"/>
            </a:avLst>
          </a:prstGeom>
          <a:solidFill>
            <a:srgbClr val="13141C"/>
          </a:solidFill>
          <a:ln w="19050">
            <a:solidFill>
              <a:srgbClr val="393B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" y="4663440"/>
            <a:ext cx="42976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바뀌는 값 (포트, token)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18회차 · Docker로 ML 개발환경 ②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requirements.txt에 라이브러리와 버전을 적어 두면, 어디서든 같은 환경을 만들 수 있습니다.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user@PC:~/mlenv2$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requirements.txt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numpy==2.5.3</a:t>
            </a:r>
            <a:endParaRPr lang="en-US" sz="1100" dirty="0"/>
          </a:p>
        </p:txBody>
      </p:sp>
      <p:sp>
        <p:nvSpPr>
          <p:cNvPr id="10" name="강조"/>
          <p:cNvSpPr/>
          <p:nvPr/>
        </p:nvSpPr>
        <p:spPr>
          <a:xfrm>
            <a:off x="459943" y="31747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pandas==3.0.6</a:t>
            </a:r>
            <a:endParaRPr lang="en-US" sz="11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scikit-learn==1.9.1</a:t>
            </a:r>
            <a:endParaRPr lang="en-US" sz="1100" dirty="0"/>
          </a:p>
        </p:txBody>
      </p:sp>
      <p:sp>
        <p:nvSpPr>
          <p:cNvPr id="13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4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joblib==1.6.0</a:t>
            </a:r>
            <a:endParaRPr lang="en-US" sz="1100" dirty="0"/>
          </a:p>
        </p:txBody>
      </p:sp>
      <p:sp>
        <p:nvSpPr>
          <p:cNvPr id="15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jupyterlab==4.6.4</a:t>
            </a:r>
            <a:endParaRPr lang="en-US" sz="1100" dirty="0"/>
          </a:p>
        </p:txBody>
      </p:sp>
      <p:sp>
        <p:nvSpPr>
          <p:cNvPr id="16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버전을 고정한 라이브러리 목록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18회차 · Docker로 ML 개발환경 ②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requirements.txt를 먼저 복사하면, 코드만 바뀔 때 설치를 다시 하지 않습니다.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user@PC:~/mlenv2$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Dockerfile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/work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</a:t>
            </a:r>
            <a:endParaRPr lang="en-US" sz="1000" dirty="0"/>
          </a:p>
        </p:txBody>
      </p:sp>
      <p:sp>
        <p:nvSpPr>
          <p:cNvPr id="12" name="강조"/>
          <p:cNvSpPr/>
          <p:nvPr/>
        </p:nvSpPr>
        <p:spPr>
          <a:xfrm>
            <a:off x="459943" y="35557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--no-cache-dir -r requirements.txt</a:t>
            </a:r>
            <a:endParaRPr lang="en-US" sz="1000" dirty="0"/>
          </a:p>
        </p:txBody>
      </p:sp>
      <p:sp>
        <p:nvSpPr>
          <p:cNvPr id="14" name="강조"/>
          <p:cNvSpPr/>
          <p:nvPr/>
        </p:nvSpPr>
        <p:spPr>
          <a:xfrm>
            <a:off x="459943" y="37589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5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8888</a:t>
            </a:r>
            <a:endParaRPr lang="en-US" sz="1000" dirty="0"/>
          </a:p>
        </p:txBody>
      </p:sp>
      <p:sp>
        <p:nvSpPr>
          <p:cNvPr id="16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["jupyter", "lab", "--ip=0.0.0.0", \</a:t>
            </a:r>
            <a:endParaRPr lang="en-US" sz="1000" dirty="0"/>
          </a:p>
        </p:txBody>
      </p:sp>
      <p:sp>
        <p:nvSpPr>
          <p:cNvPr id="17" name="터미널줄8"/>
          <p:cNvSpPr txBox="1"/>
          <p:nvPr/>
        </p:nvSpPr>
        <p:spPr>
          <a:xfrm>
            <a:off x="523951" y="4377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"--no-browser", "--allow-root"]</a:t>
            </a:r>
            <a:endParaRPr lang="en-US" sz="1000" dirty="0"/>
          </a:p>
        </p:txBody>
      </p:sp>
      <p:sp>
        <p:nvSpPr>
          <p:cNvPr id="18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먼저 복사 → 설치 캐시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18회차 · Docker로 ML 개발환경 ②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폴더를 볼륨으로 연결하고, 재시작과 메모리 제한도 한 번에 적습니다.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user@PC:~/mlenv2$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compose.yaml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lab: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1000" dirty="0"/>
          </a:p>
        </p:txBody>
      </p:sp>
      <p:sp>
        <p:nvSpPr>
          <p:cNvPr id="13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.:/work</a:t>
            </a:r>
            <a:endParaRPr lang="en-US" sz="1000" dirty="0"/>
          </a:p>
        </p:txBody>
      </p:sp>
      <p:sp>
        <p:nvSpPr>
          <p:cNvPr id="14" name="강조"/>
          <p:cNvSpPr/>
          <p:nvPr/>
        </p:nvSpPr>
        <p:spPr>
          <a:xfrm>
            <a:off x="459943" y="39621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5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restart: unless-stopped</a:t>
            </a:r>
            <a:endParaRPr lang="en-US" sz="1000" dirty="0"/>
          </a:p>
        </p:txBody>
      </p:sp>
      <p:sp>
        <p:nvSpPr>
          <p:cNvPr id="16" name="강조"/>
          <p:cNvSpPr/>
          <p:nvPr/>
        </p:nvSpPr>
        <p:spPr>
          <a:xfrm>
            <a:off x="459943" y="41653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7" name="터미널줄8"/>
          <p:cNvSpPr txBox="1"/>
          <p:nvPr/>
        </p:nvSpPr>
        <p:spPr>
          <a:xfrm>
            <a:off x="523951" y="4377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mem_limit: 2g</a:t>
            </a:r>
            <a:endParaRPr lang="en-US" sz="1000" dirty="0"/>
          </a:p>
        </p:txBody>
      </p:sp>
      <p:sp>
        <p:nvSpPr>
          <p:cNvPr id="18" name="강조"/>
          <p:cNvSpPr/>
          <p:nvPr/>
        </p:nvSpPr>
        <p:spPr>
          <a:xfrm>
            <a:off x="459943" y="43685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9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볼륨, 재시작, 메모리 제한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18회차 · Docker로 ML 개발환경 ②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포트와 접속 token은 .env 파일로 분리합니다.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user@PC:~/mlenv2$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.env</a:t>
            </a:r>
            <a:endParaRPr lang="en-US" sz="12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966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LAB_PORT=8888</a:t>
            </a:r>
            <a:endParaRPr lang="en-US" sz="12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379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LAB_TOKEN=mlpass</a:t>
            </a:r>
            <a:endParaRPr lang="en-US" sz="1200" dirty="0"/>
          </a:p>
        </p:txBody>
      </p:sp>
      <p:sp>
        <p:nvSpPr>
          <p:cNvPr id="11" name="강조"/>
          <p:cNvSpPr/>
          <p:nvPr/>
        </p:nvSpPr>
        <p:spPr>
          <a:xfrm>
            <a:off x="459943" y="3428797"/>
            <a:ext cx="4398264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2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.env: 포트와 token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18회차 · Docker로 ML 개발환경 ②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compose build로 이미지를 만들고, up -d로 JupyterLab을 실행합니다.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user@PC:~/mlenv2$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build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Successfully installed ...</a:t>
            </a:r>
            <a:endParaRPr lang="en-US" sz="1000" dirty="0"/>
          </a:p>
        </p:txBody>
      </p:sp>
      <p:sp>
        <p:nvSpPr>
          <p:cNvPr id="11" name="강조"/>
          <p:cNvSpPr/>
          <p:nvPr/>
        </p:nvSpPr>
        <p:spPr>
          <a:xfrm>
            <a:off x="459943" y="33525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numpy-2.5.3 pandas-3.0.6</a:t>
            </a:r>
            <a:endParaRPr lang="en-US" sz="1000" dirty="0"/>
          </a:p>
        </p:txBody>
      </p:sp>
      <p:sp>
        <p:nvSpPr>
          <p:cNvPr id="13" name="강조"/>
          <p:cNvSpPr/>
          <p:nvPr/>
        </p:nvSpPr>
        <p:spPr>
          <a:xfrm>
            <a:off x="459943" y="35557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4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scikit-learn-1.9.1 jupyterlab-4.6.4</a:t>
            </a:r>
            <a:endParaRPr lang="en-US" sz="1000" dirty="0"/>
          </a:p>
        </p:txBody>
      </p:sp>
      <p:sp>
        <p:nvSpPr>
          <p:cNvPr id="15" name="강조"/>
          <p:cNvSpPr/>
          <p:nvPr/>
        </p:nvSpPr>
        <p:spPr>
          <a:xfrm>
            <a:off x="459943" y="37589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6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user@PC:~/mlenv2$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000" dirty="0"/>
          </a:p>
        </p:txBody>
      </p:sp>
      <p:sp>
        <p:nvSpPr>
          <p:cNvPr id="17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mlenv2-lab-1 Started</a:t>
            </a:r>
            <a:endParaRPr lang="en-US" sz="1000" dirty="0"/>
          </a:p>
        </p:txBody>
      </p:sp>
      <p:sp>
        <p:nvSpPr>
          <p:cNvPr id="18" name="강조"/>
          <p:cNvSpPr/>
          <p:nvPr/>
        </p:nvSpPr>
        <p:spPr>
          <a:xfrm>
            <a:off x="459943" y="41653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9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후 실행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18회차 · Docker로 ML 개발환경 ②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학습한 모델은 내 폴더의 models에 저장됩니다. 코드를 실행하는 동안만 컨테이너를 씁니다.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user@PC:~/mlenv2$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run --rm lab \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train.py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accuracy: 0.974</a:t>
            </a:r>
            <a:endParaRPr lang="en-US" sz="1000" dirty="0"/>
          </a:p>
        </p:txBody>
      </p:sp>
      <p:sp>
        <p:nvSpPr>
          <p:cNvPr id="11" name="강조"/>
          <p:cNvSpPr/>
          <p:nvPr/>
        </p:nvSpPr>
        <p:spPr>
          <a:xfrm>
            <a:off x="459943" y="33525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user@PC:~/mlenv2$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models</a:t>
            </a:r>
            <a:endParaRPr lang="en-US" sz="10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iris.joblib</a:t>
            </a:r>
            <a:endParaRPr lang="en-US" sz="1000" dirty="0"/>
          </a:p>
        </p:txBody>
      </p:sp>
      <p:sp>
        <p:nvSpPr>
          <p:cNvPr id="14" name="강조"/>
          <p:cNvSpPr/>
          <p:nvPr/>
        </p:nvSpPr>
        <p:spPr>
          <a:xfrm>
            <a:off x="459943" y="37589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5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모델이 내 폴더에 저장됨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18회차 · Docker로 ML 개발환경 ②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JupyterLab에서 저장한 모델을 불러와 바로 예측해 봅니다.</a:t>
            </a:r>
            <a:endParaRPr lang="en-US" sz="1500" dirty="0"/>
          </a:p>
        </p:txBody>
      </p:sp>
      <p:sp>
        <p:nvSpPr>
          <p:cNvPr id="5" name="브라우저프레임"/>
          <p:cNvSpPr/>
          <p:nvPr/>
        </p:nvSpPr>
        <p:spPr>
          <a:xfrm>
            <a:off x="320040" y="2355037"/>
            <a:ext cx="4480560" cy="3251606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393B4A"/>
            </a:solidFill>
            <a:prstDash val="solid"/>
          </a:ln>
        </p:spPr>
      </p:sp>
      <p:sp>
        <p:nvSpPr>
          <p:cNvPr id="6" name="주소창영역"/>
          <p:cNvSpPr/>
          <p:nvPr/>
        </p:nvSpPr>
        <p:spPr>
          <a:xfrm>
            <a:off x="338328" y="2373325"/>
            <a:ext cx="4443984" cy="365760"/>
          </a:xfrm>
          <a:prstGeom prst="rect">
            <a:avLst/>
          </a:prstGeom>
          <a:solidFill>
            <a:srgbClr val="E8EAED"/>
          </a:solidFill>
          <a:ln w="3175">
            <a:solidFill>
              <a:srgbClr val="E8EAED"/>
            </a:solidFill>
            <a:prstDash val="solid"/>
          </a:ln>
        </p:spPr>
      </p:sp>
      <p:sp>
        <p:nvSpPr>
          <p:cNvPr id="7" name="주소창"/>
          <p:cNvSpPr/>
          <p:nvPr/>
        </p:nvSpPr>
        <p:spPr>
          <a:xfrm>
            <a:off x="457200" y="2419045"/>
            <a:ext cx="4206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0D3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2419045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localhost:8888/lab</a:t>
            </a:r>
            <a:endParaRPr lang="en-US" sz="1200" dirty="0"/>
          </a:p>
        </p:txBody>
      </p:sp>
      <p:pic>
        <p:nvPicPr>
          <p:cNvPr id="9" name="Image 0" descr="JupyterLab: 저장한 모델을 불러와 예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2739085"/>
            <a:ext cx="4443984" cy="28492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18회차 · Docker로 ML 개발환경 ②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컨테이너를 지워도 모델 파일은 내 폴더에 그대로 남아 있습니다.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user@PC:~/mlenv2$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mlenv2-lab-1 Removed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mlenv2_default Removed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user@PC:~/mlenv2$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models</a:t>
            </a:r>
            <a:endParaRPr lang="en-US" sz="10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iris.joblib</a:t>
            </a:r>
            <a:endParaRPr lang="en-US" sz="1000" dirty="0"/>
          </a:p>
        </p:txBody>
      </p:sp>
      <p:sp>
        <p:nvSpPr>
          <p:cNvPr id="13" name="강조"/>
          <p:cNvSpPr/>
          <p:nvPr/>
        </p:nvSpPr>
        <p:spPr>
          <a:xfrm>
            <a:off x="459943" y="37589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4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컨테이너는 지워도 모델은 남음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18회차 · Docker로 ML 개발환경 ②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버전은 requirements.txt, 실행은 Compose, 바뀌는 값은 .env로 관리합니다.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46888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2468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고정</a:t>
            </a:r>
            <a:endParaRPr lang="en-US" sz="1400" dirty="0"/>
          </a:p>
        </p:txBody>
      </p:sp>
      <p:sp>
        <p:nvSpPr>
          <p:cNvPr id="8" name="요약행2"/>
          <p:cNvSpPr/>
          <p:nvPr/>
        </p:nvSpPr>
        <p:spPr>
          <a:xfrm>
            <a:off x="411480" y="342900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429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compose.yaml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3429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설정</a:t>
            </a:r>
            <a:endParaRPr lang="en-US" sz="1400" dirty="0"/>
          </a:p>
        </p:txBody>
      </p:sp>
      <p:sp>
        <p:nvSpPr>
          <p:cNvPr id="11" name="요약행3"/>
          <p:cNvSpPr/>
          <p:nvPr/>
        </p:nvSpPr>
        <p:spPr>
          <a:xfrm>
            <a:off x="411480" y="438912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389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4389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바뀌는 값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18회차 · Docker로 ML 개발환경 ②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시간부터는 Ollama로 언어모델을 다뤄 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19회차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Ollama 명령어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18회차 ML 개발환경 ②</dc:title>
  <dc:subject>PptxGenJS Presentation</dc:subject>
  <dc:creator>PptxGenJS</dc:creator>
  <cp:lastModifiedBy>PptxGenJS</cp:lastModifiedBy>
  <cp:revision>1</cp:revision>
  <dcterms:created xsi:type="dcterms:W3CDTF">2026-10-08T09:32:42Z</dcterms:created>
  <dcterms:modified xsi:type="dcterms:W3CDTF">2026-10-08T09:32:42Z</dcterms:modified>
</cp:coreProperties>
</file>