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컨테이너가 지워져도 데이터를 지키는 볼륨을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컨테이너를 삭제하면 데이터도 사라집니다. 그래서 데이터는 밖에 저장합니다.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volume create로 볼륨을 만들고, docker volume ls로 목록을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-v 옵션으로 볼륨을 컨테이너의 data 폴더에 연결하고 파일을 만듭니다. 콜론 앞은 볼륨, 뒤는 컨테이너 경로입니다.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컨테이너에 같은 볼륨을 연결하면 파일이 그대로 남아 있습니다.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볼륨을 연결하지 않으면 파일은 컨테이너와 함께 사라집니다. (긴 명령은 \ 로 줄바꿈해 표시, 긴 오류 메시지는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컴퓨터의 폴더를 직접 연결할 수도 있습니다. 이것을 바인드 마운트라고 합니다.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-v 뒤에 내 폴더 경로를 적으면 컨테이너 안에 연결됩니다. (긴 명령은 \ 로 줄바꿈해 표시, 컨테이너 ID는 앞부분만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브라우저에서 접속하면 방금 만든 웹페이지가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파일을 수정합니다. (긴 명령은 \ 로 줄바꿈해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컨테이너를 다시 만들지 않아도 화면에 바로 반영됩니다.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오래 보관할 데이터는 볼륨, 내 폴더를 연결할 때는 바인드 마운트입니다.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나만의 이미지를 만드는 Dockerfile을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컨테이너가 지워져도 데이터를 지키는 볼륨을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데이터 지키기: 볼륨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컨테이너를 삭제하면 데이터도 사라집니다. 그래서 데이터는 밖에 저장합니다.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볼륨 없이</a:t>
            </a:r>
            <a:endParaRPr lang="en-US" sz="1400" dirty="0"/>
          </a:p>
        </p:txBody>
      </p:sp>
      <p:sp>
        <p:nvSpPr>
          <p:cNvPr id="6" name="컨테이너A"/>
          <p:cNvSpPr/>
          <p:nvPr/>
        </p:nvSpPr>
        <p:spPr>
          <a:xfrm>
            <a:off x="274320" y="27432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432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 데이터 저장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삭제</a:t>
            </a:r>
            <a:endParaRPr lang="en-US" sz="1200" dirty="0"/>
          </a:p>
        </p:txBody>
      </p:sp>
      <p:sp>
        <p:nvSpPr>
          <p:cNvPr id="9" name="결과A"/>
          <p:cNvSpPr/>
          <p:nvPr/>
        </p:nvSpPr>
        <p:spPr>
          <a:xfrm>
            <a:off x="274320" y="4297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3141C"/>
          </a:solidFill>
          <a:ln w="19050">
            <a:solidFill>
              <a:srgbClr val="FF55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데이터도 사라짐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볼륨 연결</a:t>
            </a:r>
            <a:endParaRPr lang="en-US" sz="1400" dirty="0"/>
          </a:p>
        </p:txBody>
      </p:sp>
      <p:sp>
        <p:nvSpPr>
          <p:cNvPr id="12" name="컨테이너B"/>
          <p:cNvSpPr/>
          <p:nvPr/>
        </p:nvSpPr>
        <p:spPr>
          <a:xfrm>
            <a:off x="2743200" y="2743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432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</a:t>
            </a:r>
            <a:endParaRPr lang="en-US" sz="1400" dirty="0"/>
          </a:p>
        </p:txBody>
      </p:sp>
      <p:sp>
        <p:nvSpPr>
          <p:cNvPr id="14" name="볼륨"/>
          <p:cNvSpPr/>
          <p:nvPr/>
        </p:nvSpPr>
        <p:spPr>
          <a:xfrm>
            <a:off x="2743200" y="32918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4320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(데이터)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3794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컨테이너 삭제</a:t>
            </a:r>
            <a:endParaRPr lang="en-US" sz="1200" dirty="0"/>
          </a:p>
        </p:txBody>
      </p:sp>
      <p:sp>
        <p:nvSpPr>
          <p:cNvPr id="17" name="결과B"/>
          <p:cNvSpPr/>
          <p:nvPr/>
        </p:nvSpPr>
        <p:spPr>
          <a:xfrm>
            <a:off x="2743200" y="429768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3B2F55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43200" y="4297680"/>
            <a:ext cx="21031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볼륨은 그대로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유지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volume create로 볼륨을 만들고, docker volume ls로 목록을 확인합니다.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mydata</a:t>
            </a:r>
            <a:endParaRPr lang="en-US" sz="11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mydata</a:t>
            </a:r>
            <a:endParaRPr lang="en-US" sz="1100" dirty="0"/>
          </a:p>
        </p:txBody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ls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   VOLUME NAME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    mydata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만들기: docker volume create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옵션으로 볼륨을 컨테이너의 data 폴더에 연결하고 파일을 만듭니다. 콜론 앞은 볼륨, 뒤는 컨테이너 경로입니다.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mydata:/data nginx:alpine \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13487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 -c 'echo hello &gt; /data/hello.txt'</a:t>
            </a:r>
            <a:endParaRPr lang="en-US" sz="1100" dirty="0"/>
          </a:p>
        </p:txBody>
      </p:sp>
      <p:sp>
        <p:nvSpPr>
          <p:cNvPr id="12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연결: -v 볼륨이름:경로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컨테이너에 같은 볼륨을 연결하면 파일이 그대로 남아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mydata:/data nginx:alpine \</a:t>
            </a:r>
            <a:endParaRPr lang="en-US" sz="1100" dirty="0"/>
          </a:p>
        </p:txBody>
      </p:sp>
      <p:sp>
        <p:nvSpPr>
          <p:cNvPr id="10" name="강조열"/>
          <p:cNvSpPr/>
          <p:nvPr/>
        </p:nvSpPr>
        <p:spPr>
          <a:xfrm>
            <a:off x="645871" y="3174797"/>
            <a:ext cx="134874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/data/hello.txt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컨테이너에서도 파일이 남아 있음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볼륨을 연결하지 않으면 파일은 컨테이너와 함께 사라집니다.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nginx:alpine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/data/hello.txt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cat: can't open '/data/hello.txt': No such</a:t>
            </a:r>
            <a:endParaRPr lang="en-US" sz="1100" dirty="0"/>
          </a:p>
        </p:txBody>
      </p:sp>
      <p:sp>
        <p:nvSpPr>
          <p:cNvPr id="11" name="강조"/>
          <p:cNvSpPr/>
          <p:nvPr/>
        </p:nvSpPr>
        <p:spPr>
          <a:xfrm>
            <a:off x="459943" y="34033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or directory</a:t>
            </a:r>
            <a:endParaRPr lang="en-US" sz="1100" dirty="0"/>
          </a:p>
        </p:txBody>
      </p:sp>
      <p:sp>
        <p:nvSpPr>
          <p:cNvPr id="13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없이는 파일이 없음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컴퓨터의 폴더를 직접 연결할 수도 있습니다. 이것을 바인드 마운트라고 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~/site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"&lt;h1&gt;Hi Docker&lt;/h1&gt;" \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~/site/index.html</a:t>
            </a:r>
            <a:endParaRPr lang="en-US" sz="11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컴퓨터에 웹페이지 만들기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-v 뒤에 내 폴더 경로를 적으면 컨테이너 안에 연결됩니다.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\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8080:80 \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~/site:/usr/share/nginx/html \</a:t>
            </a:r>
            <a:endParaRPr lang="en-US" sz="1100" dirty="0"/>
          </a:p>
        </p:txBody>
      </p:sp>
      <p:sp>
        <p:nvSpPr>
          <p:cNvPr id="11" name="강조열"/>
          <p:cNvSpPr/>
          <p:nvPr/>
        </p:nvSpPr>
        <p:spPr>
          <a:xfrm>
            <a:off x="645871" y="3403397"/>
            <a:ext cx="268986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nginx:alpine</a:t>
            </a:r>
            <a:endParaRPr lang="en-US" sz="1100" dirty="0"/>
          </a:p>
        </p:txBody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ff15114107e4bda21f0a94f2797b86d48e104e20…</a:t>
            </a:r>
            <a:endParaRPr lang="en-US" sz="1100" dirty="0"/>
          </a:p>
        </p:txBody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연결: -v 내폴더:컨테이너경로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브라우저에서 접속하면 방금 만든 웹페이지가 보입니다.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892704"/>
            <a:ext cx="4480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910992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956712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956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</a:t>
            </a:r>
            <a:endParaRPr lang="en-US" sz="1200" dirty="0"/>
          </a:p>
        </p:txBody>
      </p:sp>
      <p:pic>
        <p:nvPicPr>
          <p:cNvPr id="9" name="Image 0" descr="localhost:8080 - Hi Docker 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3276752"/>
            <a:ext cx="4443984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파일을 수정합니다.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"&lt;h1&gt;Hello Volume&lt;/h1&gt;" \</a:t>
            </a:r>
            <a:endParaRPr lang="en-US" sz="1200" dirty="0"/>
          </a:p>
        </p:txBody>
      </p:sp>
      <p:sp>
        <p:nvSpPr>
          <p:cNvPr id="9" name="강조"/>
          <p:cNvSpPr/>
          <p:nvPr/>
        </p:nvSpPr>
        <p:spPr>
          <a:xfrm>
            <a:off x="459943" y="29461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0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&gt; ~/site/index.html</a:t>
            </a:r>
            <a:endParaRPr lang="en-US" sz="1200" dirty="0"/>
          </a:p>
        </p:txBody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내용 바꾸기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컨테이너를 다시 만들지 않아도 화면에 바로 반영됩니다.</a:t>
            </a:r>
            <a:endParaRPr lang="en-US" sz="1500" dirty="0"/>
          </a:p>
        </p:txBody>
      </p:sp>
      <p:sp>
        <p:nvSpPr>
          <p:cNvPr id="5" name="브라우저프레임"/>
          <p:cNvSpPr/>
          <p:nvPr/>
        </p:nvSpPr>
        <p:spPr>
          <a:xfrm>
            <a:off x="320040" y="2892704"/>
            <a:ext cx="4480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393B4A"/>
            </a:solidFill>
            <a:prstDash val="solid"/>
          </a:ln>
        </p:spPr>
      </p:sp>
      <p:sp>
        <p:nvSpPr>
          <p:cNvPr id="6" name="주소창영역"/>
          <p:cNvSpPr/>
          <p:nvPr/>
        </p:nvSpPr>
        <p:spPr>
          <a:xfrm>
            <a:off x="338328" y="2910992"/>
            <a:ext cx="4443984" cy="365760"/>
          </a:xfrm>
          <a:prstGeom prst="rect">
            <a:avLst/>
          </a:prstGeom>
          <a:solidFill>
            <a:srgbClr val="E8EAED"/>
          </a:solidFill>
          <a:ln w="3175">
            <a:solidFill>
              <a:srgbClr val="E8EAED"/>
            </a:solidFill>
            <a:prstDash val="solid"/>
          </a:ln>
        </p:spPr>
      </p:sp>
      <p:sp>
        <p:nvSpPr>
          <p:cNvPr id="7" name="주소창"/>
          <p:cNvSpPr/>
          <p:nvPr/>
        </p:nvSpPr>
        <p:spPr>
          <a:xfrm>
            <a:off x="457200" y="2956712"/>
            <a:ext cx="42062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D0D3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9567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localhost:8080</a:t>
            </a:r>
            <a:endParaRPr lang="en-US" sz="1200" dirty="0"/>
          </a:p>
        </p:txBody>
      </p:sp>
      <p:pic>
        <p:nvPicPr>
          <p:cNvPr id="9" name="Image 0" descr="localhost:8080 - Hello Volume 페이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3276752"/>
            <a:ext cx="4443984" cy="17739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보관할 데이터는 볼륨,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폴더를 연결할 때는 바인드 마운트입니다.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볼륨:경로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2468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(데이터 보관)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내폴더:경로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34290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바인드 마운트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ls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43200" y="43891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볼륨 목록 보기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5회차 · 데이터 지키기: 볼륨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나만의 이미지를 만드는 Dockerfile을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6회차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내 첫 Dockerfile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5회차 데이터 지키기 볼륨</dc:title>
  <dc:subject>PptxGenJS Presentation</dc:subject>
  <dc:creator>PptxGenJS</dc:creator>
  <cp:lastModifiedBy>PptxGenJS</cp:lastModifiedBy>
  <cp:revision>1</cp:revision>
  <dcterms:created xsi:type="dcterms:W3CDTF">2026-10-08T07:45:59Z</dcterms:created>
  <dcterms:modified xsi:type="dcterms:W3CDTF">2026-10-08T07:45:59Z</dcterms:modified>
</cp:coreProperties>
</file>