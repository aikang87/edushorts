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VSCode를 설치하고 Docker용 필수 확장을 설정합니다.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Windows에 VSCode를 설치합니다. 설치 옵션에서 Add to PATH가 선택됐는지 확인합니다. [일러스트: 제작 환경에서 VSCode 실제 화면을 캡처하지 못함]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탭에서 WSL 확장을 설치하면, WSL 안의 파일을 직접 열 수 있습니다. [일러스트: 제작 환경에서 VSCode 실제 화면을 캡처하지 못함]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WSL 터미널에서 code . 명령을 실행하면, 현재 폴더가 VSCode로 열립니다. [표준 사용법 화면: 제작 환경에서 code 명령을 실행하지 못함]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필수 확장은 Docker, Dev Containers, YAML입니다. 확장 탭이나 code --install-extension 명령으로 설치합니다. [확장 이름/ID 안내: 제작 환경에서 마켓플레이스 접속 불가로 설치 실행은 하지 못함]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확장을 설치하면 컨테이너와 이미지를 볼 수 있는 화면이 생깁니다. [일러스트: 제작 환경에서 VSCode 실제 화면을 캡처하지 못함]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Containers는 컨테이너 안에서 VSCode를 엽니다. 설정 파일에 사용할 이미지를 적습니다. (.devcontainer/devcontainer.json 내용은 실제 JSON 유효성 검사를 통과한 파일, 일부 화면은 표준 사용법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 팔레트에서 Reopen in Container를 선택하면, 컨테이너 안에서 열립니다. [일러스트: 제작 환경에서 VSCode 실제 화면을 캡처하지 못함]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내부에서는 우리가 배운 볼륨 연결로 내 폴더를 컨테이너에 연결합니다. (긴 명령은 \ 로 줄바꿈해 표시. Dev Containers 가 내부에서 하는 일(폴더 연결 + 컨테이너 실행)을 docker run 으로 재현한 실제 실행 결과)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설치, code . 로 열기, 컨테이너에서 다시 열기만 기억하세요.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Docker로 머신러닝 개발환경을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VSCode를 설치하고 Docker용 필수 확장을 설정합니다.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 설치와 확장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Windows에 VSCode를 설치합니다. 설치 옵션에서 Add to PATH가 선택됐는지 확인합니다.</a:t>
            </a:r>
            <a:endParaRPr lang="en-US" sz="1500" dirty="0"/>
          </a:p>
        </p:txBody>
      </p:sp>
      <p:sp>
        <p:nvSpPr>
          <p:cNvPr id="5" name="설치창"/>
          <p:cNvSpPr/>
          <p:nvPr/>
        </p:nvSpPr>
        <p:spPr>
          <a:xfrm>
            <a:off x="320040" y="2286000"/>
            <a:ext cx="4480560" cy="3291840"/>
          </a:xfrm>
          <a:prstGeom prst="rect">
            <a:avLst/>
          </a:prstGeom>
          <a:solidFill>
            <a:srgbClr val="F3F3F3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6" name="설치창제목"/>
          <p:cNvSpPr/>
          <p:nvPr/>
        </p:nvSpPr>
        <p:spPr>
          <a:xfrm>
            <a:off x="320040" y="2286000"/>
            <a:ext cx="44805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- Microsoft Visual Studio Code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Additional Tasks</a:t>
            </a:r>
            <a:endParaRPr lang="en-US" sz="1200" dirty="0"/>
          </a:p>
        </p:txBody>
      </p:sp>
      <p:sp>
        <p:nvSpPr>
          <p:cNvPr id="9" name="체크박스1"/>
          <p:cNvSpPr/>
          <p:nvPr/>
        </p:nvSpPr>
        <p:spPr>
          <a:xfrm>
            <a:off x="548640" y="326440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desktop icon</a:t>
            </a:r>
            <a:endParaRPr lang="en-US" sz="1050" dirty="0"/>
          </a:p>
        </p:txBody>
      </p:sp>
      <p:sp>
        <p:nvSpPr>
          <p:cNvPr id="11" name="체크박스2"/>
          <p:cNvSpPr/>
          <p:nvPr/>
        </p:nvSpPr>
        <p:spPr>
          <a:xfrm>
            <a:off x="548640" y="376732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7398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70332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"Open with Code" to file context menu</a:t>
            </a:r>
            <a:endParaRPr lang="en-US" sz="1050" dirty="0"/>
          </a:p>
        </p:txBody>
      </p:sp>
      <p:sp>
        <p:nvSpPr>
          <p:cNvPr id="14" name="체크박스3"/>
          <p:cNvSpPr/>
          <p:nvPr/>
        </p:nvSpPr>
        <p:spPr>
          <a:xfrm>
            <a:off x="548640" y="42702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428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"Open with Code" to folder context menu</a:t>
            </a:r>
            <a:endParaRPr lang="en-US" sz="1050" dirty="0"/>
          </a:p>
        </p:txBody>
      </p:sp>
      <p:sp>
        <p:nvSpPr>
          <p:cNvPr id="17" name="PATH강조"/>
          <p:cNvSpPr/>
          <p:nvPr/>
        </p:nvSpPr>
        <p:spPr>
          <a:xfrm>
            <a:off x="411480" y="4663440"/>
            <a:ext cx="4297680" cy="457200"/>
          </a:xfrm>
          <a:prstGeom prst="roundRect">
            <a:avLst>
              <a:gd name="adj" fmla="val 10000"/>
            </a:avLst>
          </a:prstGeom>
          <a:solidFill>
            <a:srgbClr val="F3F3F3">
              <a:alpha val="0"/>
            </a:srgbClr>
          </a:solidFill>
          <a:ln w="25400">
            <a:solidFill>
              <a:srgbClr val="FF79C6"/>
            </a:solidFill>
            <a:prstDash val="solid"/>
          </a:ln>
        </p:spPr>
      </p:sp>
      <p:sp>
        <p:nvSpPr>
          <p:cNvPr id="18" name="체크박스4"/>
          <p:cNvSpPr/>
          <p:nvPr/>
        </p:nvSpPr>
        <p:spPr>
          <a:xfrm>
            <a:off x="548640" y="477316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7457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PATH (requires shell restart)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탭에서 WSL 확장을 설치하면, WSL 안의 파일을 직접 열 수 있습니다.</a:t>
            </a:r>
            <a:endParaRPr lang="en-US" sz="1500" dirty="0"/>
          </a:p>
        </p:txBody>
      </p:sp>
      <p:sp>
        <p:nvSpPr>
          <p:cNvPr id="5" name="확장패널"/>
          <p:cNvSpPr/>
          <p:nvPr/>
        </p:nvSpPr>
        <p:spPr>
          <a:xfrm>
            <a:off x="320040" y="2286000"/>
            <a:ext cx="4480560" cy="3291840"/>
          </a:xfrm>
          <a:prstGeom prst="rect">
            <a:avLst/>
          </a:prstGeom>
          <a:solidFill>
            <a:srgbClr val="252526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</a:t>
            </a:r>
            <a:endParaRPr lang="en-US" sz="1100" dirty="0"/>
          </a:p>
        </p:txBody>
      </p:sp>
      <p:sp>
        <p:nvSpPr>
          <p:cNvPr id="7" name="검색창"/>
          <p:cNvSpPr/>
          <p:nvPr/>
        </p:nvSpPr>
        <p:spPr>
          <a:xfrm>
            <a:off x="457200" y="2743200"/>
            <a:ext cx="4206240" cy="384048"/>
          </a:xfrm>
          <a:prstGeom prst="rect">
            <a:avLst/>
          </a:prstGeom>
          <a:solidFill>
            <a:srgbClr val="1E1E1E"/>
          </a:solidFill>
          <a:ln w="9525">
            <a:solidFill>
              <a:srgbClr val="007A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743200"/>
            <a:ext cx="4023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</a:t>
            </a:r>
            <a:endParaRPr lang="en-US" sz="1200" dirty="0"/>
          </a:p>
        </p:txBody>
      </p:sp>
      <p:sp>
        <p:nvSpPr>
          <p:cNvPr id="9" name="확장카드"/>
          <p:cNvSpPr/>
          <p:nvPr/>
        </p:nvSpPr>
        <p:spPr>
          <a:xfrm>
            <a:off x="457200" y="3291840"/>
            <a:ext cx="4206240" cy="914400"/>
          </a:xfrm>
          <a:prstGeom prst="rect">
            <a:avLst/>
          </a:prstGeom>
          <a:solidFill>
            <a:srgbClr val="333333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10" name="확장아이콘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solidFill>
            <a:srgbClr val="007ACC"/>
          </a:solidFill>
          <a:ln w="9525">
            <a:solidFill>
              <a:srgbClr val="007A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4" name="Install버튼"/>
          <p:cNvSpPr/>
          <p:nvPr/>
        </p:nvSpPr>
        <p:spPr>
          <a:xfrm>
            <a:off x="3520440" y="3703320"/>
            <a:ext cx="1051560" cy="365760"/>
          </a:xfrm>
          <a:prstGeom prst="roundRect">
            <a:avLst>
              <a:gd name="adj" fmla="val 7500"/>
            </a:avLst>
          </a:prstGeom>
          <a:solidFill>
            <a:srgbClr val="0E639C"/>
          </a:solidFill>
          <a:ln w="25400">
            <a:solidFill>
              <a:srgbClr val="FF7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0440" y="3703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WSL 터미널에서 code . 명령을 실행하면, 현재 폴더가 VSCode로 열립니다.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~/dockerlab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~/dockerlab</a:t>
            </a:r>
            <a:endParaRPr lang="en-US" sz="12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user@PC:~/dockerlab$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200" dirty="0"/>
          </a:p>
        </p:txBody>
      </p:sp>
      <p:sp>
        <p:nvSpPr>
          <p:cNvPr id="11" name="강조"/>
          <p:cNvSpPr/>
          <p:nvPr/>
        </p:nvSpPr>
        <p:spPr>
          <a:xfrm>
            <a:off x="459943" y="34287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폴더를 VSCode 로 열기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확장은 Docker, Dev Containers, YAML입니다. 확장 탭이나 code --install-extension 명령으로 설치합니다.</a:t>
            </a:r>
            <a:endParaRPr lang="en-US" sz="1500" dirty="0"/>
          </a:p>
        </p:txBody>
      </p:sp>
      <p:sp>
        <p:nvSpPr>
          <p:cNvPr id="5" name="확장행1"/>
          <p:cNvSpPr/>
          <p:nvPr/>
        </p:nvSpPr>
        <p:spPr>
          <a:xfrm>
            <a:off x="320040" y="233172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3141C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ms-azuretools.vscode-docker</a:t>
            </a:r>
            <a:endParaRPr lang="en-US" sz="1100" dirty="0"/>
          </a:p>
        </p:txBody>
      </p:sp>
      <p:sp>
        <p:nvSpPr>
          <p:cNvPr id="8" name="확장행2"/>
          <p:cNvSpPr/>
          <p:nvPr/>
        </p:nvSpPr>
        <p:spPr>
          <a:xfrm>
            <a:off x="320040" y="338328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3141C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 Containers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ms-vscode-remote.remote-containers</a:t>
            </a:r>
            <a:endParaRPr lang="en-US" sz="1100" dirty="0"/>
          </a:p>
        </p:txBody>
      </p:sp>
      <p:sp>
        <p:nvSpPr>
          <p:cNvPr id="11" name="확장행3"/>
          <p:cNvSpPr/>
          <p:nvPr/>
        </p:nvSpPr>
        <p:spPr>
          <a:xfrm>
            <a:off x="320040" y="443484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3141C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4480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redhat.vscode-yaml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확장을 설치하면 컨테이너와 이미지를 볼 수 있는 화면이 생깁니다.</a:t>
            </a:r>
            <a:endParaRPr lang="en-US" sz="1500" dirty="0"/>
          </a:p>
        </p:txBody>
      </p:sp>
      <p:sp>
        <p:nvSpPr>
          <p:cNvPr id="5" name="활동바"/>
          <p:cNvSpPr/>
          <p:nvPr/>
        </p:nvSpPr>
        <p:spPr>
          <a:xfrm>
            <a:off x="320040" y="2286000"/>
            <a:ext cx="548640" cy="3291840"/>
          </a:xfrm>
          <a:prstGeom prst="rect">
            <a:avLst/>
          </a:prstGeom>
          <a:solidFill>
            <a:srgbClr val="333333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004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800" dirty="0"/>
          </a:p>
        </p:txBody>
      </p:sp>
      <p:sp>
        <p:nvSpPr>
          <p:cNvPr id="7" name="도커사이드바"/>
          <p:cNvSpPr/>
          <p:nvPr/>
        </p:nvSpPr>
        <p:spPr>
          <a:xfrm>
            <a:off x="868680" y="2286000"/>
            <a:ext cx="3931920" cy="3291840"/>
          </a:xfrm>
          <a:prstGeom prst="rect">
            <a:avLst/>
          </a:prstGeom>
          <a:solidFill>
            <a:srgbClr val="252526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CONTAINERS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3035808"/>
            <a:ext cx="3383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  Up 2 minutes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IMAGES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584448"/>
            <a:ext cx="3383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hello:latest, nginx:alpine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REGISTRIES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NETWORKS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983480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VOLUMES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5230368"/>
            <a:ext cx="3383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 Containers는 컨테이너 안에서 VSCode를 엽니다. 설정 파일에 사용할 이미지를 적습니다.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user@PC:~/dockerlab$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.devcontainer/devcontainer.json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"dockerlab",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"image": "python:3.12-slim"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devcontainer.json: 사용할 이미지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팔레트에서 Reopen in Container를 선택하면, 컨테이너 안에서 열립니다.</a:t>
            </a:r>
            <a:endParaRPr lang="en-US" sz="1500" dirty="0"/>
          </a:p>
        </p:txBody>
      </p:sp>
      <p:sp>
        <p:nvSpPr>
          <p:cNvPr id="5" name="팔레트"/>
          <p:cNvSpPr/>
          <p:nvPr/>
        </p:nvSpPr>
        <p:spPr>
          <a:xfrm>
            <a:off x="457200" y="2468880"/>
            <a:ext cx="4206240" cy="2743200"/>
          </a:xfrm>
          <a:prstGeom prst="rect">
            <a:avLst/>
          </a:prstGeom>
          <a:solidFill>
            <a:srgbClr val="252526"/>
          </a:solidFill>
          <a:ln w="9525">
            <a:solidFill>
              <a:srgbClr val="454545"/>
            </a:solidFill>
            <a:prstDash val="solid"/>
          </a:ln>
        </p:spPr>
      </p:sp>
      <p:sp>
        <p:nvSpPr>
          <p:cNvPr id="6" name="팔레트입력"/>
          <p:cNvSpPr/>
          <p:nvPr/>
        </p:nvSpPr>
        <p:spPr>
          <a:xfrm>
            <a:off x="594360" y="2606040"/>
            <a:ext cx="3931920" cy="411480"/>
          </a:xfrm>
          <a:prstGeom prst="rect">
            <a:avLst/>
          </a:prstGeom>
          <a:solidFill>
            <a:srgbClr val="1E1E1E"/>
          </a:solidFill>
          <a:ln w="9525">
            <a:solidFill>
              <a:srgbClr val="007A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606040"/>
            <a:ext cx="3749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&gt;Dev Containers: Reopen</a:t>
            </a:r>
            <a:endParaRPr lang="en-US" sz="1100" dirty="0"/>
          </a:p>
        </p:txBody>
      </p:sp>
      <p:sp>
        <p:nvSpPr>
          <p:cNvPr id="8" name="선택항목"/>
          <p:cNvSpPr/>
          <p:nvPr/>
        </p:nvSpPr>
        <p:spPr>
          <a:xfrm>
            <a:off x="548640" y="3154680"/>
            <a:ext cx="4023360" cy="411480"/>
          </a:xfrm>
          <a:prstGeom prst="rect">
            <a:avLst/>
          </a:prstGeom>
          <a:solidFill>
            <a:srgbClr val="04395E"/>
          </a:solidFill>
          <a:ln w="25400">
            <a:solidFill>
              <a:srgbClr val="FF7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Containers: Reopen in Container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Containers: Rebuild Container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Containers: Open Folder in Container...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내부에서는 우리가 배운 볼륨 연결로 내 폴더를 컨테이너에 연결합니다.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user@PC:~/dockerlab$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"$PWD":/workspaces/dockerlab \</a:t>
            </a:r>
            <a:endParaRPr lang="en-US" sz="1000" dirty="0"/>
          </a:p>
        </p:txBody>
      </p:sp>
      <p:sp>
        <p:nvSpPr>
          <p:cNvPr id="10" name="강조열"/>
          <p:cNvSpPr/>
          <p:nvPr/>
        </p:nvSpPr>
        <p:spPr>
          <a:xfrm>
            <a:off x="630631" y="3149397"/>
            <a:ext cx="2682240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-w /workspaces/dockerlab \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python:3.12-slim python hello.py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from Dev Container!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폴더를 컨테이너에 연결해 실행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설치, code . 로 열기, 컨테이너에서 다시 열기만 기억하세요.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설치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8036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Docker, Dev Containers</a:t>
            </a:r>
            <a:endParaRPr lang="en-US" sz="12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폴더 열기</a:t>
            </a:r>
            <a:endParaRPr lang="en-US" sz="12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Reopen in Container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0" y="4389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컨테이너에서 열기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16회차 · VSCode 설치와 확장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Docker로 머신러닝 개발환경을 만들어 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17회차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Docker로 ML 개발환경 ①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16회차 VSCode 설치와 확장</dc:title>
  <dc:subject>PptxGenJS Presentation</dc:subject>
  <dc:creator>PptxGenJS</dc:creator>
  <cp:lastModifiedBy>PptxGenJS</cp:lastModifiedBy>
  <cp:revision>1</cp:revision>
  <dcterms:created xsi:type="dcterms:W3CDTF">2026-10-08T09:02:18Z</dcterms:created>
  <dcterms:modified xsi:type="dcterms:W3CDTF">2026-10-08T09:02:18Z</dcterms:modified>
</cp:coreProperties>
</file>