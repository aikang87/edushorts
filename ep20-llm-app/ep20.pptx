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Compose로 Ollama와 내 파이썬 앱을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 컨테이너가 서비스 이름 ollama로 Ollama 컨테이너에 요청을 보내는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서비스는 모델을 볼륨에 보관하고, 모델 파일 폴더를 연결합니다. (compose.yaml 의 ollama 부분만 표시, 생략한 줄은 ... 로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 서비스는 환경변수로 Ollama 주소를 받습니다. 주소의 호스트 이름이 서비스 이름입니다. (compose.yaml 의 chat 부분만 표시, 생략한 줄은 ... 로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파이썬 표준 라이브러리만으로 요청을 보내는 짧은 코드입니다. 외부 패키지는 필요 없습니다. (빈 줄은 생략하고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 -d로 Ollama 서버를 실행합니다. (중간 단계는 생략하고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 안에서 모델을 등록합니다. 모델은 볼륨에 저장되어, 컨테이너를 다시 만들어도 남습니다. (긴 명령은 \ 로 줄바꿈해 표시, 스크립트 실행용 -T 옵션은 화면에서 생략, 진행 표시는 생략하고 완료된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Ollama는 API도 제공합니다. JSON으로 질문을 보내면 응답이 JSON으로 돌아옵니다. (긴 명령은 \ 로 줄바꿈해 표시, 응답 JSON 은 키 단위로 줄을 나누고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내 파이썬 앱에서 같은 질문을 보내 답을 받습니다. (긴 명령은 \ 로 줄바꿈해 표시, 스크립트 실행용 -T 옵션과 컨테이너 생성 로그는 화면에서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이름으로 연결하고, 볼륨에 모델을 보관하면 나만의 LLM 앱을 만들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Docker의 기초부터 LLM 실행까지 배웠습니다. 수고하셨습니다.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Compose로 Ollama와 내 파이썬 앱을 연결합니다.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 앱에 LLM 연결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컨테이너가 서비스 이름 ollama로 Ollama 컨테이너에 요청을 보내는 구조입니다.</a:t>
            </a:r>
            <a:endParaRPr lang="en-US" sz="1500" dirty="0"/>
          </a:p>
        </p:txBody>
      </p:sp>
      <p:sp>
        <p:nvSpPr>
          <p:cNvPr id="5" name="chat"/>
          <p:cNvSpPr/>
          <p:nvPr/>
        </p:nvSpPr>
        <p:spPr>
          <a:xfrm>
            <a:off x="822960" y="237744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 컨테이너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파이썬 앱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http://ollama:11434</a:t>
            </a:r>
            <a:endParaRPr lang="en-US" sz="1200" dirty="0"/>
          </a:p>
        </p:txBody>
      </p:sp>
      <p:sp>
        <p:nvSpPr>
          <p:cNvPr id="8" name="ollama"/>
          <p:cNvSpPr/>
          <p:nvPr/>
        </p:nvSpPr>
        <p:spPr>
          <a:xfrm>
            <a:off x="822960" y="393192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931920"/>
            <a:ext cx="34747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컨테이너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언어모델 실행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92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모델 저장 (볼륨)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서비스는 모델을 볼륨에 보관하고, 모델 파일 폴더를 연결합니다.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user@PC:~/llmapp$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ollama: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ollama/ollama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ollama:/root/.ollama</a:t>
            </a:r>
            <a:endParaRPr lang="en-US" sz="1000" dirty="0"/>
          </a:p>
        </p:txBody>
      </p:sp>
      <p:sp>
        <p:nvSpPr>
          <p:cNvPr id="14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~/models:/models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6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ollama: 모델 보관 + 모델 폴더 연결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 서비스는 환경변수로 Ollama 주소를 받습니다. 주소의 호스트 이름이 서비스 이름입니다.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user@PC:~/llmapp$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chat: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python:3.12-slim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OLLAMA_HOST=http://ollama:11434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profiles: ["tools"]</a:t>
            </a:r>
            <a:endParaRPr lang="en-US" sz="10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chat: 주소는 환경변수로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표준 라이브러리만으로 요청을 보내는 짧은 코드입니다. 외부 패키지는 필요 없습니다.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user@PC:~/llmapp$ </a:t>
            </a:r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app/chat.py</a:t>
            </a:r>
            <a:endParaRPr lang="en-US" sz="95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45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os, sys, urllib.request</a:t>
            </a:r>
            <a:endParaRPr lang="en-US" sz="95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36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os.environ["OLLAMA_HOST"] + "/api/generate"</a:t>
            </a:r>
            <a:endParaRPr lang="en-US" sz="950" dirty="0"/>
          </a:p>
        </p:txBody>
      </p:sp>
      <p:sp>
        <p:nvSpPr>
          <p:cNvPr id="11" name="강조"/>
          <p:cNvSpPr/>
          <p:nvPr/>
        </p:nvSpPr>
        <p:spPr>
          <a:xfrm>
            <a:off x="459943" y="3327197"/>
            <a:ext cx="4398264" cy="208788"/>
          </a:xfrm>
          <a:prstGeom prst="roundRect">
            <a:avLst>
              <a:gd name="adj" fmla="val 21898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526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 ".join(sys.argv[1:])</a:t>
            </a:r>
            <a:endParaRPr lang="en-US" sz="95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17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{"model": "smol", "prompt": prompt, "stream": False}</a:t>
            </a:r>
            <a:endParaRPr lang="en-US" sz="95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07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urllib.request.Request(url, json.dumps(data).encode())</a:t>
            </a:r>
            <a:endParaRPr lang="en-US" sz="95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0983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json.load(urllib.request.urlopen(r))</a:t>
            </a:r>
            <a:endParaRPr lang="en-US" sz="950" dirty="0"/>
          </a:p>
        </p:txBody>
      </p:sp>
      <p:sp>
        <p:nvSpPr>
          <p:cNvPr id="16" name="터미널줄8"/>
          <p:cNvSpPr txBox="1"/>
          <p:nvPr/>
        </p:nvSpPr>
        <p:spPr>
          <a:xfrm>
            <a:off x="523951" y="4288841"/>
            <a:ext cx="4270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print(res["response"].strip())</a:t>
            </a:r>
            <a:endParaRPr lang="en-US" sz="950" dirty="0"/>
          </a:p>
        </p:txBody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라이브러리만 사용한 클라이언트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up -d로 Ollama 서버를 실행합니다.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llmapp_default Created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Volume llmapp_ollama Created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llmapp-ollama-1 Started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서버 실행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안에서 모델을 등록합니다. 모델은 볼륨에 저장되어, 컨테이너를 다시 만들어도 남습니다.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user@PC:~/llmapp$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ollama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 create smol \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/models/Modelfile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parsing GGUF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autodetected template chatml</a:t>
            </a:r>
            <a:endParaRPr lang="en-US" sz="1000" dirty="0"/>
          </a:p>
        </p:txBody>
      </p:sp>
      <p:sp>
        <p:nvSpPr>
          <p:cNvPr id="14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 manifest</a:t>
            </a:r>
            <a:endParaRPr lang="en-US" sz="1000" dirty="0"/>
          </a:p>
        </p:txBody>
      </p:sp>
      <p:sp>
        <p:nvSpPr>
          <p:cNvPr id="15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368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안에서 모델 등록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Ollama는 API도 제공합니다. JSON으로 질문을 보내면 응답이 JSON으로 돌아옵니다.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localhost:11434/api/generate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'{"model": "smol", "prompt": "What is Docker?",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"stream": false}'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{"model":"smol",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"created_at":"2026-10-08T09:15:59.292925325Z",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"response":"Docker is a containerization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that allows developers to package,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ship, and run a…</a:t>
            </a:r>
            <a:endParaRPr lang="en-US" sz="1000" dirty="0"/>
          </a:p>
        </p:txBody>
      </p:sp>
      <p:sp>
        <p:nvSpPr>
          <p:cNvPr id="18" name="강조"/>
          <p:cNvSpPr/>
          <p:nvPr/>
        </p:nvSpPr>
        <p:spPr>
          <a:xfrm>
            <a:off x="459943" y="4368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9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API: JSON 으로 질문하고 응답받기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내 파이썬 앱에서 같은 질문을 보내 답을 받습니다.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user@PC:~/llmapp$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chat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chat.py \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"What is Docker? Answer in one short sentence."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is a containerization platform that allows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developers to package, ship, and run applications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isolated environments.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앱이 LLM 에게 질문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이름으로 연결하고, 볼륨에 모델을 보관하면 나만의 LLM 앱을 만들 수 있습니다.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http://ollama:11434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2468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이름으로 연결</a:t>
            </a:r>
            <a:endParaRPr lang="en-US" sz="125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ollama:/root/.ollama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3429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볼륨에 보관</a:t>
            </a:r>
            <a:endParaRPr lang="en-US" sz="125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/api/generate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4389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으로 질문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 · 내 앱에 LLM 연결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Docker의 기초부터 LLM 실행까지 배웠습니다. 수고하셨습니다.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마무리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수고하셨습니다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</a:rPr>
              <a:t> </a:t>
            </a:r>
            <a:endParaRPr lang="en-US" sz="3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7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기초  →  Compose  →  LLM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20회차 내 앱에 LLM 연결</dc:title>
  <dc:subject>PptxGenJS Presentation</dc:subject>
  <dc:creator>PptxGenJS</dc:creator>
  <cp:lastModifiedBy>PptxGenJS</cp:lastModifiedBy>
  <cp:revision>1</cp:revision>
  <dcterms:created xsi:type="dcterms:W3CDTF">2026-10-08T09:16:58Z</dcterms:created>
  <dcterms:modified xsi:type="dcterms:W3CDTF">2026-10-08T09:16:58Z</dcterms:modified>
</cp:coreProperties>
</file>