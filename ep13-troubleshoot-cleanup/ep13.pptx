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시간에는 컨테이너에 문제가 생겼을 때 원인을 찾고, 쓰지 않는 것을 정리하는 방법을 알아봅니다.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일부러 오류가 나는 컨테이너를 실행합니다. docker ps에는 아무것도 보이지 않습니다. (긴 명령은 \ 로 줄바꿈해 표시, 컨테이너 ID는 앞부분만 표시, 일부 열 생략)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-a 옵션을 붙이면 종료된 컨테이너가 보이고, 상태는 Exited (1)입니다. (일부 열 생략)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logs로 보면 원인이 나옵니다. 없는 모듈을 불러오려다 종료됐습니다.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inspect로 종료 코드를 확인할 수 있습니다. 1은 오류로 끝났다는 뜻입니다. (긴 명령은 \ 로 줄바꿈해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 전에 docker system df로 도커가 차지한 공간을 확인합니다. (일부 열 생략, 용량 값은 PC마다 다름)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container prune은 종료된 컨테이너를 한 번에 지웁니다. -f는 확인 없이 실행합니다.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쓰지 않는 이미지는 docker rmi로 지웁니다. (이미지 ID는 앞부분만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다시 확인하면 줄어든 것을 볼 수 있습니다. (일부 열 생략, 용량 값은 PC마다 다름)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ps -a, logs, inspect로 원인을 찾고, prune으로 정리합니다. prune은 꼭 확인 후 실행하세요.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시간에는 내가 만든 이미지를 공유하는 방법을 알아봅니다.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VSCODE와 Docker로 만드는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생성형AI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시간에는 컨테이너에 문제가 생겼을 때 원인을 찾고, 쓰지 않는 것을 정리하는 방법을 알아봅니다.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회차주제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13회차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문제 해결과 청소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13회차 · 문제 해결과 청소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일부러 오류가 나는 컨테이너를 실행합니다. docker ps에는 아무것도 보이지 않습니다.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broken \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python:3.12-alpine \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python -c "import notamodule"</a:t>
            </a:r>
            <a:endParaRPr lang="en-US" sz="11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d651338dea2e65c99ef280da2b917f…</a:t>
            </a:r>
            <a:endParaRPr lang="en-US" sz="1100" dirty="0"/>
          </a:p>
        </p:txBody>
      </p:sp>
      <p:sp>
        <p:nvSpPr>
          <p:cNvPr id="12" name="터미널줄5"/>
          <p:cNvSpPr txBox="1"/>
          <p:nvPr/>
        </p:nvSpPr>
        <p:spPr>
          <a:xfrm>
            <a:off x="523951" y="38697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</a:t>
            </a:r>
            <a:endParaRPr lang="en-US" sz="1100" dirty="0"/>
          </a:p>
        </p:txBody>
      </p:sp>
      <p:sp>
        <p:nvSpPr>
          <p:cNvPr id="13" name="터미널줄6"/>
          <p:cNvSpPr txBox="1"/>
          <p:nvPr/>
        </p:nvSpPr>
        <p:spPr>
          <a:xfrm>
            <a:off x="523951" y="4098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 ID   IMAGE   NAMES</a:t>
            </a:r>
            <a:endParaRPr lang="en-US" sz="1100" dirty="0"/>
          </a:p>
        </p:txBody>
      </p:sp>
      <p:sp>
        <p:nvSpPr>
          <p:cNvPr id="14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ps: 보이지 않음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13회차 · 문제 해결과 청소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-a 옵션을 붙이면 종료된 컨테이너가 보이고, 상태는 Exited (1)입니다.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 -a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    STATUS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broken   Exited (1) 2 seconds ago</a:t>
            </a:r>
            <a:endParaRPr lang="en-US" sz="1100" dirty="0"/>
          </a:p>
        </p:txBody>
      </p:sp>
      <p:sp>
        <p:nvSpPr>
          <p:cNvPr id="11" name="강조"/>
          <p:cNvSpPr/>
          <p:nvPr/>
        </p:nvSpPr>
        <p:spPr>
          <a:xfrm>
            <a:off x="459943" y="34033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2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종료된 컨테이너: Exited (1)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13회차 · 문제 해결과 청소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logs로 보면 원인이 나옵니다. 없는 모듈을 불러오려다 종료됐습니다.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logs broken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Traceback (most recent call last):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 "&lt;string&gt;", line 1, in &lt;module&gt;</a:t>
            </a:r>
            <a:endParaRPr lang="en-US" sz="11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ModuleNotFoundError: No module named 'notamodule'</a:t>
            </a:r>
            <a:endParaRPr lang="en-US" sz="1100" dirty="0"/>
          </a:p>
        </p:txBody>
      </p:sp>
      <p:sp>
        <p:nvSpPr>
          <p:cNvPr id="12" name="강조"/>
          <p:cNvSpPr/>
          <p:nvPr/>
        </p:nvSpPr>
        <p:spPr>
          <a:xfrm>
            <a:off x="459943" y="36319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3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 찾기: docker logs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13회차 · 문제 해결과 청소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inspect로 종료 코드를 확인할 수 있습니다. 1은 오류로 끝났다는 뜻입니다.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inspect \</a:t>
            </a:r>
            <a:endParaRPr lang="en-US" sz="12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966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-f '{{.State.ExitCode}}' broken</a:t>
            </a:r>
            <a:endParaRPr lang="en-US" sz="12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379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강조"/>
          <p:cNvSpPr/>
          <p:nvPr/>
        </p:nvSpPr>
        <p:spPr>
          <a:xfrm>
            <a:off x="459943" y="3428797"/>
            <a:ext cx="4398264" cy="259588"/>
          </a:xfrm>
          <a:prstGeom prst="roundRect">
            <a:avLst>
              <a:gd name="adj" fmla="val 17613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2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종료 코드: 1 = 오류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13회차 · 문제 해결과 청소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전에 docker system df로 도커가 차지한 공간을 확인합니다.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system df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           TOTAL   SIZE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Images          5       325.9MB</a:t>
            </a:r>
            <a:endParaRPr lang="en-US" sz="11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Containers      1       77.82kB</a:t>
            </a:r>
            <a:endParaRPr lang="en-US" sz="1100" dirty="0"/>
          </a:p>
        </p:txBody>
      </p:sp>
      <p:sp>
        <p:nvSpPr>
          <p:cNvPr id="12" name="강조"/>
          <p:cNvSpPr/>
          <p:nvPr/>
        </p:nvSpPr>
        <p:spPr>
          <a:xfrm>
            <a:off x="459943" y="36319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3" name="터미널줄5"/>
          <p:cNvSpPr txBox="1"/>
          <p:nvPr/>
        </p:nvSpPr>
        <p:spPr>
          <a:xfrm>
            <a:off x="523951" y="38697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Volumes   0       0B</a:t>
            </a:r>
            <a:endParaRPr lang="en-US" sz="1100" dirty="0"/>
          </a:p>
        </p:txBody>
      </p:sp>
      <p:sp>
        <p:nvSpPr>
          <p:cNvPr id="14" name="터미널줄6"/>
          <p:cNvSpPr txBox="1"/>
          <p:nvPr/>
        </p:nvSpPr>
        <p:spPr>
          <a:xfrm>
            <a:off x="523951" y="4098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Cache     7       83.08MB</a:t>
            </a:r>
            <a:endParaRPr lang="en-US" sz="1100" dirty="0"/>
          </a:p>
        </p:txBody>
      </p:sp>
      <p:sp>
        <p:nvSpPr>
          <p:cNvPr id="15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전: 컨테이너 1개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13회차 · 문제 해결과 청소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container prune은 종료된 컨테이너를 한 번에 지웁니다. -f는 확인 없이 실행합니다.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container prune -f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Deleted Containers: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d651338dea2e65c99ef280da2b917f…</a:t>
            </a:r>
            <a:endParaRPr lang="en-US" sz="11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reclaimed space: 77.82kB</a:t>
            </a:r>
            <a:endParaRPr lang="en-US" sz="1100" dirty="0"/>
          </a:p>
        </p:txBody>
      </p:sp>
      <p:sp>
        <p:nvSpPr>
          <p:cNvPr id="12" name="강조"/>
          <p:cNvSpPr/>
          <p:nvPr/>
        </p:nvSpPr>
        <p:spPr>
          <a:xfrm>
            <a:off x="459943" y="36319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3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종료된 컨테이너 정리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13회차 · 문제 해결과 청소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쓰지 않는 이미지는 docker rmi로 지웁니다.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rmi cache-demo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Untagged: cache-demo:latest</a:t>
            </a:r>
            <a:endParaRPr lang="en-US" sz="1100" dirty="0"/>
          </a:p>
        </p:txBody>
      </p:sp>
      <p:sp>
        <p:nvSpPr>
          <p:cNvPr id="10" name="강조"/>
          <p:cNvSpPr/>
          <p:nvPr/>
        </p:nvSpPr>
        <p:spPr>
          <a:xfrm>
            <a:off x="459943" y="31747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1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Deleted: sha256:9214b72b9ad277e179ef…</a:t>
            </a:r>
            <a:endParaRPr lang="en-US" sz="1100" dirty="0"/>
          </a:p>
        </p:txBody>
      </p:sp>
      <p:sp>
        <p:nvSpPr>
          <p:cNvPr id="12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쓰지 않는 이미지 삭제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13회차 · 문제 해결과 청소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확인하면 줄어든 것을 볼 수 있습니다.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system df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           TOTAL   SIZE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Images          4       325.8MB</a:t>
            </a:r>
            <a:endParaRPr lang="en-US" sz="1100" dirty="0"/>
          </a:p>
        </p:txBody>
      </p:sp>
      <p:sp>
        <p:nvSpPr>
          <p:cNvPr id="11" name="강조"/>
          <p:cNvSpPr/>
          <p:nvPr/>
        </p:nvSpPr>
        <p:spPr>
          <a:xfrm>
            <a:off x="459943" y="34033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2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Containers      0       0B</a:t>
            </a:r>
            <a:endParaRPr lang="en-US" sz="1100" dirty="0"/>
          </a:p>
        </p:txBody>
      </p:sp>
      <p:sp>
        <p:nvSpPr>
          <p:cNvPr id="13" name="강조"/>
          <p:cNvSpPr/>
          <p:nvPr/>
        </p:nvSpPr>
        <p:spPr>
          <a:xfrm>
            <a:off x="459943" y="36319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4" name="터미널줄5"/>
          <p:cNvSpPr txBox="1"/>
          <p:nvPr/>
        </p:nvSpPr>
        <p:spPr>
          <a:xfrm>
            <a:off x="523951" y="38697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Volumes   0       0B</a:t>
            </a:r>
            <a:endParaRPr lang="en-US" sz="1100" dirty="0"/>
          </a:p>
        </p:txBody>
      </p:sp>
      <p:sp>
        <p:nvSpPr>
          <p:cNvPr id="15" name="터미널줄6"/>
          <p:cNvSpPr txBox="1"/>
          <p:nvPr/>
        </p:nvSpPr>
        <p:spPr>
          <a:xfrm>
            <a:off x="523951" y="4098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Cache     7       83.08MB</a:t>
            </a:r>
            <a:endParaRPr lang="en-US" sz="1100" dirty="0"/>
          </a:p>
        </p:txBody>
      </p:sp>
      <p:sp>
        <p:nvSpPr>
          <p:cNvPr id="16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후: 컨테이너 0, 이미지 -1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13회차 · 문제 해결과 청소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ps -a, logs, inspect로 원인을 찾고, prune으로 정리합니다. prune은 꼭 확인 후 실행하세요.</a:t>
            </a:r>
            <a:endParaRPr lang="en-US" sz="1500" dirty="0"/>
          </a:p>
        </p:txBody>
      </p:sp>
      <p:sp>
        <p:nvSpPr>
          <p:cNvPr id="5" name="요약행1"/>
          <p:cNvSpPr/>
          <p:nvPr/>
        </p:nvSpPr>
        <p:spPr>
          <a:xfrm>
            <a:off x="411480" y="2286000"/>
            <a:ext cx="4297680" cy="640080"/>
          </a:xfrm>
          <a:prstGeom prst="roundRect">
            <a:avLst>
              <a:gd name="adj" fmla="val 14286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286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 -a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2697480" y="2286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종료된 것까지 보기</a:t>
            </a:r>
            <a:endParaRPr lang="en-US" sz="1400" dirty="0"/>
          </a:p>
        </p:txBody>
      </p:sp>
      <p:sp>
        <p:nvSpPr>
          <p:cNvPr id="8" name="요약행2"/>
          <p:cNvSpPr/>
          <p:nvPr/>
        </p:nvSpPr>
        <p:spPr>
          <a:xfrm>
            <a:off x="411480" y="3035808"/>
            <a:ext cx="4297680" cy="640080"/>
          </a:xfrm>
          <a:prstGeom prst="roundRect">
            <a:avLst>
              <a:gd name="adj" fmla="val 14286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0358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logs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697480" y="303580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 찾기</a:t>
            </a:r>
            <a:endParaRPr lang="en-US" sz="1400" dirty="0"/>
          </a:p>
        </p:txBody>
      </p:sp>
      <p:sp>
        <p:nvSpPr>
          <p:cNvPr id="11" name="요약행3"/>
          <p:cNvSpPr/>
          <p:nvPr/>
        </p:nvSpPr>
        <p:spPr>
          <a:xfrm>
            <a:off x="411480" y="3785616"/>
            <a:ext cx="4297680" cy="640080"/>
          </a:xfrm>
          <a:prstGeom prst="roundRect">
            <a:avLst>
              <a:gd name="adj" fmla="val 14286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785616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inspect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697480" y="378561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자세한 정보</a:t>
            </a:r>
            <a:endParaRPr lang="en-US" sz="1400" dirty="0"/>
          </a:p>
        </p:txBody>
      </p:sp>
      <p:sp>
        <p:nvSpPr>
          <p:cNvPr id="14" name="요약행4"/>
          <p:cNvSpPr/>
          <p:nvPr/>
        </p:nvSpPr>
        <p:spPr>
          <a:xfrm>
            <a:off x="411480" y="4535424"/>
            <a:ext cx="4297680" cy="640080"/>
          </a:xfrm>
          <a:prstGeom prst="roundRect">
            <a:avLst>
              <a:gd name="adj" fmla="val 14286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53542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prune / rmi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2697480" y="453542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정리하기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11480" y="5349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prune 은 지우기 전에 꼭 확인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13회차 · 문제 해결과 청소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시간에는 내가 만든 이미지를 공유하는 방법을 알아봅니다.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다음회차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6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14회차</a:t>
            </a:r>
            <a:endParaRPr lang="en-US" sz="16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내 이미지 공유하기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13회차 문제 해결과 청소</dc:title>
  <dc:subject>PptxGenJS Presentation</dc:subject>
  <dc:creator>PptxGenJS</dc:creator>
  <cp:lastModifiedBy>PptxGenJS</cp:lastModifiedBy>
  <cp:revision>1</cp:revision>
  <dcterms:created xsi:type="dcterms:W3CDTF">2026-10-08T08:39:42Z</dcterms:created>
  <dcterms:modified xsi:type="dcterms:W3CDTF">2026-10-08T08:39:42Z</dcterms:modified>
</cp:coreProperties>
</file>