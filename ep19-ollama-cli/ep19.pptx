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Ollama로 언어모델을 다루는 핵심 명령어를 익힙니다.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Ollama 서버를 컨테이너로 실행합니다. 모델 파일이 있는 폴더도 함께 연결합니다. (긴 명령은 \ 로 줄바꿈해 표시, 컨테이너 ID는 앞부분만 표시, 이미지(ollama/ollama)는 약 9GB)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Modelfile은 모델을 등록하는 설명서입니다. FROM 뒤에 모델 파일의 경로를 적습니다. temperature 0은 같은 질문에 같은 답을 내도록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create로 모델을 등록합니다. 이름은 smol로 정했습니다. (긴 명령은 \ 로 줄바꿈해 표시, 진행 표시는 생략하고 완료된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list로 등록된 모델을 확인합니다.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run 뒤에 질문을 적으면, 모델이 답을 만들어 줍니다. (긴 명령은 \ 로 줄바꿈해 표시, 캡처할 때만 --nowordwrap 사용: 터미널 줄바꿈 제어문자 제거 목적. 응답은 temperature 0 이라 같은 질문에 같은 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show로 모델의 구조와 설정을 자세히 볼 수 있습니다. (출력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ps는 지금 메모리에 올라가 있는 모델을 보여 줍니다. 일정 시간이 지나면 자동으로 내려갑니다. (일부 열 생략. PROCESSOR 열은 제작 환경의 값이 PC마다 달라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필요 없는 모델은 ollama rm으로 지웁니다.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create로 등록하고, run으로 실행하고, list와 rm으로 관리합니다.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파이썬 앱에서 Ollama를 불러 쓰는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Ollama로 언어모델을 다루는 핵심 명령어를 익힙니다.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Ollama 명령어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Ollama 서버를 컨테이너로 실행합니다. 모델 파일이 있는 폴더도 함께 연결합니다.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ollama:/root/.ollama \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~/models:/models \</a:t>
            </a:r>
            <a:endParaRPr lang="en-US" sz="1100" dirty="0"/>
          </a:p>
        </p:txBody>
      </p:sp>
      <p:sp>
        <p:nvSpPr>
          <p:cNvPr id="11" name="강조열"/>
          <p:cNvSpPr/>
          <p:nvPr/>
        </p:nvSpPr>
        <p:spPr>
          <a:xfrm>
            <a:off x="645871" y="3403397"/>
            <a:ext cx="17678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11434:11434 \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ollama ollama/ollama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e566d24b0d0a9231578a621cc7f28a…</a:t>
            </a:r>
            <a:endParaRPr lang="en-US" sz="1100" dirty="0"/>
          </a:p>
        </p:txBody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실행 + 모델 폴더 연결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Modelfile은 모델을 등록하는 설명서입니다. FROM 뒤에 모델 파일의 경로를 적습니다. temperature 0은 같은 질문에 같은 답을 내도록 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~/models/Modelfile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/models/smollm2.gguf</a:t>
            </a:r>
            <a:endParaRPr lang="en-US" sz="1000" dirty="0"/>
          </a:p>
        </p:txBody>
      </p:sp>
      <p:sp>
        <p:nvSpPr>
          <p:cNvPr id="10" name="강조"/>
          <p:cNvSpPr/>
          <p:nvPr/>
        </p:nvSpPr>
        <p:spPr>
          <a:xfrm>
            <a:off x="459943" y="3149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You are a helpful assistant. Answer briefly.</a:t>
            </a:r>
            <a:endParaRPr lang="en-US" sz="10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 temperature 0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Modelfile: 모델 등록 설명서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create로 모델을 등록합니다. 이름은 smol로 정했습니다.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 create smol \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/models/Modelfile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parsing GGUF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autodetected template chatml</a:t>
            </a:r>
            <a:endParaRPr lang="en-US" sz="1000" dirty="0"/>
          </a:p>
        </p:txBody>
      </p:sp>
      <p:sp>
        <p:nvSpPr>
          <p:cNvPr id="14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 manifest</a:t>
            </a:r>
            <a:endParaRPr lang="en-US" sz="1000" dirty="0"/>
          </a:p>
        </p:txBody>
      </p:sp>
      <p:sp>
        <p:nvSpPr>
          <p:cNvPr id="15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368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등록: ollama create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list로 등록된 모델을 확인합니다.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ollama list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ID             SIZE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smol:latest   d669a962f5c9   270 MB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모델 목록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run 뒤에 질문을 적으면, 모델이 답을 만들어 줍니다.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 run smol \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"What is Docker? Answer in one short sentence."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is a containerization platform that allows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developers to package, ship, and run applications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isolated environments.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질문하고 답 받기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show로 모델의 구조와 설정을 자세히 볼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ollama show smol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architecture        llama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parameters          361.82M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 length      8192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quantization        Q4_K_M</a:t>
            </a:r>
            <a:endParaRPr lang="en-US" sz="10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정보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ps는 지금 메모리에 올라가 있는 모델을 보여 줍니다. 일정 시간이 지나면 자동으로 내려갑니다.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ollama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SIZE     UNTIL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smol:latest   521 MB   4 minutes from now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메모리에 올라간 모델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모델은 ollama rm으로 지웁니다.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ollama ollama rm smol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'smol'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삭제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create로 등록하고, run으로 실행하고, list와 rm으로 관리합니다.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37744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create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등록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24612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질문하기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11480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 / ps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4114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확인하기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98348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983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rm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983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삭제하기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 · Ollama 명령어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파이썬 앱에서 Ollama를 불러 쓰는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 앱에 LLM 연결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19회차 Ollama 명령어</dc:title>
  <dc:subject>PptxGenJS Presentation</dc:subject>
  <dc:creator>PptxGenJS</dc:creator>
  <cp:lastModifiedBy>PptxGenJS</cp:lastModifiedBy>
  <cp:revision>1</cp:revision>
  <dcterms:created xsi:type="dcterms:W3CDTF">2026-10-08T09:14:28Z</dcterms:created>
  <dcterms:modified xsi:type="dcterms:W3CDTF">2026-10-08T09:14:28Z</dcterms:modified>
</cp:coreProperties>
</file>