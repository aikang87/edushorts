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Docker의 핵심, 이미지와 컨테이너를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이미지는 실행에 필요한 모든 것을 담은 설계도, 컨테이너는 그 이미지를 실행한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이미지는 한 번 만들어 두면 어디서든 똑같이 실행할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pull 명령으로 Docker Hub에서 nginx 이미지를 내려받습니다.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마지막에 Downloaded 메시지가 나오면 내려받기가 끝난 것입니다. (화면은 긴 진행 출력의 일부만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images로 내려받은 이미지를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run으로 이미지를 컨테이너로 실행합니다. -d는 백그라운드 실행, --name은 컨테이너 이름입니다. (컨테이너 ID는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ps로 실행 중인 컨테이너를 확인합니다. Up이면 실행 중입니다.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열에서 컨테이너 이름을 확인할 수 있습니다.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이미지로 컨테이너를 여러 개 실행할 수도 있습니다.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정리합니다. pull로 받고, images로 확인하고, run으로 실행하고, ps로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컨테이너를 켜고 끄는 방법을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Docker의 핵심, 이미지와 컨테이너를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이미지와 컨테이너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이미지는 실행에 필요한 모든 것을 담은 설계도, 컨테이너는 그 이미지를 실행한 것입니다.</a:t>
            </a:r>
            <a:endParaRPr lang="en-US" sz="1500" dirty="0"/>
          </a:p>
        </p:txBody>
      </p:sp>
      <p:sp>
        <p:nvSpPr>
          <p:cNvPr id="5" name="이미지카드"/>
          <p:cNvSpPr/>
          <p:nvPr/>
        </p:nvSpPr>
        <p:spPr>
          <a:xfrm>
            <a:off x="822960" y="2377440"/>
            <a:ext cx="3474720" cy="1097280"/>
          </a:xfrm>
          <a:prstGeom prst="roundRect">
            <a:avLst>
              <a:gd name="adj" fmla="val 125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377440"/>
            <a:ext cx="34747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(Image)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설계도 · 읽기 전용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docker run</a:t>
            </a:r>
            <a:endParaRPr lang="en-US" sz="1400" dirty="0"/>
          </a:p>
        </p:txBody>
      </p:sp>
      <p:sp>
        <p:nvSpPr>
          <p:cNvPr id="8" name="컨테이너카드"/>
          <p:cNvSpPr/>
          <p:nvPr/>
        </p:nvSpPr>
        <p:spPr>
          <a:xfrm>
            <a:off x="822960" y="4251960"/>
            <a:ext cx="3474720" cy="1097280"/>
          </a:xfrm>
          <a:prstGeom prst="roundRect">
            <a:avLst>
              <a:gd name="adj" fmla="val 12500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251960"/>
            <a:ext cx="34747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(Container)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중인 앱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이미지는 한 번 만들어 두면 어디서든 똑같이 실행할 수 있습니다.</a:t>
            </a:r>
            <a:endParaRPr lang="en-US" sz="1500" dirty="0"/>
          </a:p>
        </p:txBody>
      </p:sp>
      <p:sp>
        <p:nvSpPr>
          <p:cNvPr id="5" name="이미지카드"/>
          <p:cNvSpPr/>
          <p:nvPr/>
        </p:nvSpPr>
        <p:spPr>
          <a:xfrm>
            <a:off x="822960" y="2377440"/>
            <a:ext cx="3474720" cy="914400"/>
          </a:xfrm>
          <a:prstGeom prst="roundRect">
            <a:avLst>
              <a:gd name="adj" fmla="val 150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(Image)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400" dirty="0"/>
          </a:p>
        </p:txBody>
      </p:sp>
      <p:sp>
        <p:nvSpPr>
          <p:cNvPr id="8" name="컨테이너카드1"/>
          <p:cNvSpPr/>
          <p:nvPr/>
        </p:nvSpPr>
        <p:spPr>
          <a:xfrm>
            <a:off x="457200" y="39776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977640"/>
            <a:ext cx="12801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PC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컨테이너카드2"/>
          <p:cNvSpPr/>
          <p:nvPr/>
        </p:nvSpPr>
        <p:spPr>
          <a:xfrm>
            <a:off x="1920240" y="39776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20240" y="3977640"/>
            <a:ext cx="12801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컨테이너카드3"/>
          <p:cNvSpPr/>
          <p:nvPr/>
        </p:nvSpPr>
        <p:spPr>
          <a:xfrm>
            <a:off x="3383280" y="39776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83280" y="3977640"/>
            <a:ext cx="128016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PC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pull 명령으로 Docker Hub에서 nginx 이미지를 내려받습니다.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nginx:alpine</a:t>
            </a:r>
            <a:endParaRPr lang="en-US" sz="14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97688"/>
          </a:xfrm>
          <a:prstGeom prst="roundRect">
            <a:avLst>
              <a:gd name="adj" fmla="val 15358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내려받기: docker pull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 Downloaded 메시지가 나오면 내려받기가 끝난 것입니다.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nginx:alpine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alpine: Pulling from library/nginx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Digest: sha256:df221db836e1754089190208c…</a:t>
            </a:r>
            <a:endParaRPr lang="en-US" sz="11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Downloaded newer image for nginx:alpine</a:t>
            </a:r>
            <a:endParaRPr lang="en-US" sz="1100" dirty="0"/>
          </a:p>
        </p:txBody>
      </p:sp>
      <p:sp>
        <p:nvSpPr>
          <p:cNvPr id="13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pull 실행 결과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images로 내려받은 이미지를 확인합니다.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13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222041"/>
            <a:ext cx="427024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        ID             DISK USAGE</a:t>
            </a:r>
            <a:endParaRPr lang="en-US" sz="13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88741"/>
            <a:ext cx="427024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nginx:alpine   df221db836e1   94.4MB</a:t>
            </a:r>
            <a:endParaRPr lang="en-US" sz="1300" dirty="0"/>
          </a:p>
        </p:txBody>
      </p:sp>
      <p:sp>
        <p:nvSpPr>
          <p:cNvPr id="11" name="강조"/>
          <p:cNvSpPr/>
          <p:nvPr/>
        </p:nvSpPr>
        <p:spPr>
          <a:xfrm>
            <a:off x="459943" y="3479597"/>
            <a:ext cx="4398264" cy="284988"/>
          </a:xfrm>
          <a:prstGeom prst="roundRect">
            <a:avLst>
              <a:gd name="adj" fmla="val 1604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목록: docker images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run으로 이미지를 컨테이너로 실행합니다. -d는 백그라운드, --name은 이름입니다.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nginx:alpine</a:t>
            </a:r>
            <a:endParaRPr lang="en-US" sz="11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6f360068836a220770786a07896c5926b9db9288…</a:t>
            </a:r>
            <a:endParaRPr lang="en-US" sz="1100" dirty="0"/>
          </a:p>
        </p:txBody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실행: docker run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ps로 실행 중인 컨테이너를 확인합니다. Up이면 실행 중입니다.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ID   IMAGE          STATUS         NAMES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6f360068836a   nginx:alpine   Up 3 seconds   web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중인 컨테이너: docker ps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NAMES 열에서 컨테이너 이름을 확인할 수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ID   IMAGE          STATUS         NAMES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4250131" y="3174797"/>
            <a:ext cx="5105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6f360068836a   nginx:alpine   Up 3 seconds   web</a:t>
            </a:r>
            <a:endParaRPr lang="en-US" sz="1100" dirty="0"/>
          </a:p>
        </p:txBody>
      </p:sp>
      <p:sp>
        <p:nvSpPr>
          <p:cNvPr id="12" name="강조열"/>
          <p:cNvSpPr/>
          <p:nvPr/>
        </p:nvSpPr>
        <p:spPr>
          <a:xfrm>
            <a:off x="4250131" y="3403397"/>
            <a:ext cx="34290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이름: NAMES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이미지로 컨테이너를 여러 개 실행할 수도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web2 nginx:alpine</a:t>
            </a:r>
            <a:endParaRPr lang="en-US" sz="11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79e4073fcb973f64b85768bb15405ffc0b27c2b5…</a:t>
            </a:r>
            <a:endParaRPr lang="en-US" sz="1100" dirty="0"/>
          </a:p>
        </p:txBody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ID   IMAGE          STATUS         NAMES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79e4073fcb97   nginx:alpine   Up 2 seconds   web2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5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6f360068836a   nginx:alpine   Up 5 seconds   web</a:t>
            </a:r>
            <a:endParaRPr lang="en-US" sz="1100" dirty="0"/>
          </a:p>
        </p:txBody>
      </p:sp>
      <p:sp>
        <p:nvSpPr>
          <p:cNvPr id="16" name="강조"/>
          <p:cNvSpPr/>
          <p:nvPr/>
        </p:nvSpPr>
        <p:spPr>
          <a:xfrm>
            <a:off x="459943" y="4089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하나, 컨테이너 둘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pull로 받고, images로 확인하고, run으로 실행하고, ps로 확인합니다.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37744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내려받기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24612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목록 보기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11480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114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실행</a:t>
            </a:r>
            <a:endParaRPr lang="en-US" sz="1400" dirty="0"/>
          </a:p>
        </p:txBody>
      </p:sp>
      <p:sp>
        <p:nvSpPr>
          <p:cNvPr id="14" name="요약행4"/>
          <p:cNvSpPr/>
          <p:nvPr/>
        </p:nvSpPr>
        <p:spPr>
          <a:xfrm>
            <a:off x="411480" y="498348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983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983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중인 컨테이너 보기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2회차 · 이미지와 컨테이너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컨테이너를 켜고 끄는 방법을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3회차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컨테이너 켜고 끄기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2회차 이미지와 컨테이너</dc:title>
  <dc:subject>PptxGenJS Presentation</dc:subject>
  <dc:creator>PptxGenJS</dc:creator>
  <cp:lastModifiedBy>PptxGenJS</cp:lastModifiedBy>
  <cp:revision>1</cp:revision>
  <dcterms:created xsi:type="dcterms:W3CDTF">2026-10-08T06:13:08Z</dcterms:created>
  <dcterms:modified xsi:type="dcterms:W3CDTF">2026-10-08T06:13:08Z</dcterms:modified>
</cp:coreProperties>
</file>