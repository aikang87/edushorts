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여러 설정을 파일 하나로 관리하는 Docker Compose를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 옵션이 많아지면 명령이 길어지고 실수하기 쉽습니다. Compose는 이 설정을 파일에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compose.yaml 파일을 만듭니다. YAML은 들여쓰기로 구조를 나타내는 설정 파일 형식입니다. (폴더 ~/myweb 안에서 실행. heredoc 은 입력한 내용을 파일로 저장하는 쉘 문법)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 아래에 서비스 이름을 적습니다. 여기서는 web입니다.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image는 사용할 이미지, ports는 연결할 포트입니다. docker run의 옵션과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-d로 실행하면, 네트워크와 컨테이너가 한 번에 만들어집니다.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ps로 실행 중인 서비스를 확인합니다.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브라우저로 접속하면 웹서버가 응답합니다. docker run으로 실행한 것과 똑같은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down으로 한 번에 정리합니다. 컨테이너와 네트워크가 함께 삭제됩니다.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up으로 켜고, ps로 확인하고, down으로 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Compose로 웹서버와 데이터베이스를 함께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여러 설정을 파일 하나로 관리하는 Docker Compose를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 Compose 입문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 옵션이 많아지면 명령이 길어지고 실수하기 쉽습니다. Compose는 이 설정을 파일에 적어 둡니다.</a:t>
            </a:r>
            <a:endParaRPr lang="en-US" sz="1500" dirty="0"/>
          </a:p>
        </p:txBody>
      </p:sp>
      <p:sp>
        <p:nvSpPr>
          <p:cNvPr id="5" name="긴명령"/>
          <p:cNvSpPr/>
          <p:nvPr/>
        </p:nvSpPr>
        <p:spPr>
          <a:xfrm>
            <a:off x="411480" y="237744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13141C"/>
          </a:solidFill>
          <a:ln w="19050">
            <a:solidFill>
              <a:srgbClr val="FF55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377440"/>
            <a:ext cx="4297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길게 입력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\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8080:80 nginx:alpine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749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1800" dirty="0"/>
          </a:p>
        </p:txBody>
      </p:sp>
      <p:sp>
        <p:nvSpPr>
          <p:cNvPr id="8" name="파일로"/>
          <p:cNvSpPr/>
          <p:nvPr/>
        </p:nvSpPr>
        <p:spPr>
          <a:xfrm>
            <a:off x="411480" y="4297680"/>
            <a:ext cx="4297680" cy="1280160"/>
          </a:xfrm>
          <a:prstGeom prst="roundRect">
            <a:avLst>
              <a:gd name="adj" fmla="val 8571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4297680"/>
            <a:ext cx="4297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compose.yaml 에 적어 두기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compose.yaml 파일을 만듭니다. YAML은 들여쓰기로 구조를 나타내는 설정 파일 형식입니다.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user@PC:~/myweb$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&gt; compose.yaml &lt;&lt;'EOF'</a:t>
            </a:r>
            <a:endParaRPr lang="en-US" sz="11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"8080:80"</a:t>
            </a:r>
            <a:endParaRPr lang="en-US" sz="11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compose.yaml 만들기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services 아래에 서비스 이름을 적습니다. 여기서는 web입니다.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user@PC:~/myweb$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1100" dirty="0"/>
          </a:p>
        </p:txBody>
      </p:sp>
      <p:sp>
        <p:nvSpPr>
          <p:cNvPr id="14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100" dirty="0"/>
          </a:p>
        </p:txBody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"8080:80"</a:t>
            </a:r>
            <a:endParaRPr lang="en-US" sz="1100" dirty="0"/>
          </a:p>
        </p:txBody>
      </p:sp>
      <p:sp>
        <p:nvSpPr>
          <p:cNvPr id="16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services: 서비스 목록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image는 사용할 이미지, ports는 연결할 포트입니다. docker run의 옵션과 같습니다.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user@PC:~/myweb$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nginx:alpine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"8080:80"</a:t>
            </a:r>
            <a:endParaRPr lang="en-US" sz="1100" dirty="0"/>
          </a:p>
        </p:txBody>
      </p:sp>
      <p:sp>
        <p:nvSpPr>
          <p:cNvPr id="16" name="강조"/>
          <p:cNvSpPr/>
          <p:nvPr/>
        </p:nvSpPr>
        <p:spPr>
          <a:xfrm>
            <a:off x="459943" y="4089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image, ports: docker run 옵션과 같음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up -d로 실행하면, 네트워크와 컨테이너가 한 번에 만들어집니다.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user@PC:~/myweb$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myweb_default Creating 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myweb_default Created 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Creating 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Created </a:t>
            </a:r>
            <a:endParaRPr lang="en-US" sz="11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Starting </a:t>
            </a:r>
            <a:endParaRPr lang="en-US" sz="11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Started </a:t>
            </a:r>
            <a:endParaRPr lang="en-US" sz="1100" dirty="0"/>
          </a:p>
        </p:txBody>
      </p:sp>
      <p:sp>
        <p:nvSpPr>
          <p:cNvPr id="16" name="강조"/>
          <p:cNvSpPr/>
          <p:nvPr/>
        </p:nvSpPr>
        <p:spPr>
          <a:xfrm>
            <a:off x="459943" y="4317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실행: docker compose up -d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ps로 실행 중인 서비스를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user@PC:~/myweb$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STATUS         PORTS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myweb-web-1   Up 3 seconds   0.0.0.0:8080-&gt;80/tcp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상태: docker compose 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브라우저로 접속하면 웹서버가 응답합니다. docker run으로 실행한 것과 똑같은 결과입니다.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2394864"/>
            <a:ext cx="4480560" cy="3171952"/>
          </a:xfrm>
          <a:prstGeom prst="roundRect">
            <a:avLst>
              <a:gd name="adj" fmla="val 2306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2413152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2458872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458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localhost:8080</a:t>
            </a:r>
            <a:endParaRPr lang="en-US" sz="1200" dirty="0"/>
          </a:p>
        </p:txBody>
      </p:sp>
      <p:pic>
        <p:nvPicPr>
          <p:cNvPr id="9" name="Image 0" descr="localhost:8080 에서 보이는 nginx 환영 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778912"/>
            <a:ext cx="4443984" cy="2769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down으로 한 번에 정리합니다. 컨테이너와 네트워크가 함께 삭제됩니다.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user@PC:~/myweb$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Stopping 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Stopped 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Removing </a:t>
            </a:r>
            <a:endParaRPr lang="en-US" sz="11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myweb-web-1 Removed 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myweb_default Removing </a:t>
            </a:r>
            <a:endParaRPr lang="en-US" sz="11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326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myweb_default Removed </a:t>
            </a:r>
            <a:endParaRPr lang="en-US" sz="1100" dirty="0"/>
          </a:p>
        </p:txBody>
      </p:sp>
      <p:sp>
        <p:nvSpPr>
          <p:cNvPr id="16" name="강조"/>
          <p:cNvSpPr/>
          <p:nvPr/>
        </p:nvSpPr>
        <p:spPr>
          <a:xfrm>
            <a:off x="459943" y="4317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정리: docker compose down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up으로 켜고, ps로 확인하고, down으로 끕니다.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37744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69748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파일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24612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46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-d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실행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11480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확인</a:t>
            </a:r>
            <a:endParaRPr lang="en-US" sz="1400" dirty="0"/>
          </a:p>
        </p:txBody>
      </p:sp>
      <p:sp>
        <p:nvSpPr>
          <p:cNvPr id="14" name="요약행4"/>
          <p:cNvSpPr/>
          <p:nvPr/>
        </p:nvSpPr>
        <p:spPr>
          <a:xfrm>
            <a:off x="411480" y="4983480"/>
            <a:ext cx="4297680" cy="731520"/>
          </a:xfrm>
          <a:prstGeom prst="roundRect">
            <a:avLst>
              <a:gd name="adj" fmla="val 12500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983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4983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정리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 · Docker Compose 입문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Compose로 웹서버와 데이터베이스를 함께 실행합니다.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10회차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Compose로 웹 + DB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9회차 Compose 입문</dc:title>
  <dc:subject>PptxGenJS Presentation</dc:subject>
  <dc:creator>PptxGenJS</dc:creator>
  <cp:lastModifiedBy>PptxGenJS</cp:lastModifiedBy>
  <cp:revision>1</cp:revision>
  <dcterms:created xsi:type="dcterms:W3CDTF">2026-10-08T08:01:27Z</dcterms:created>
  <dcterms:modified xsi:type="dcterms:W3CDTF">2026-10-08T08:01:27Z</dcterms:modified>
</cp:coreProperties>
</file>