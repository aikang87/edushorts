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시간에는 컨테이너를 켜고 끄는 방법을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컨테이너는 실행 중, 정지, 삭제 상태를 오가며 살아갑니다. 이것을 수명주기라고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docker run으로 컨테이너를 백그라운드에서 실행합니다.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ps로 보면 Up, 즉 실행 중인 상태입니다. (일부 열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stop 뒤에 이름을 적어 컨테이너를 정지합니다.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정지된 컨테이너는 docker ps에 보이지 않습니다. -a 옵션을 붙이면 Exited 상태로 보입니다. (일부 열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start로 정지된 컨테이너를 다시 시작합니다. (일부 열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logs로 컨테이너가 남긴 로그를 확인합니다. 문제가 생겼을 때 가장 먼저 확인하는 곳입니다. (긴 로그의 일부만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필요 없어지면 stop으로 멈춘 뒤 docker rm으로 삭제합니다. 이름 대신 컨테이너 ID 앞부분만 적어도 됩니다. (일부 열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stop으로 멈추고, start로 다시 켜고, logs로 기록을 보고, rm으로 삭제합니다.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시간에는 컨테이너에 포트를 연결해 웹서버를 열어봅니다.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VSCODE와 Docker로 만드는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생성형AI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시간에는 컨테이너를 켜고 끄는 방법을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회차주제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3회차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컨테이너 켜고 끄기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3회차 · 컨테이너 켜고 끄기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컨테이너는 실행 중, 정지, 삭제 상태를 오가며 살아갑니다. 이것을 수명주기라고 합니다.</a:t>
            </a:r>
            <a:endParaRPr lang="en-US" sz="1500" dirty="0"/>
          </a:p>
        </p:txBody>
      </p:sp>
      <p:sp>
        <p:nvSpPr>
          <p:cNvPr id="5" name="상태실행"/>
          <p:cNvSpPr/>
          <p:nvPr/>
        </p:nvSpPr>
        <p:spPr>
          <a:xfrm>
            <a:off x="1188720" y="2331720"/>
            <a:ext cx="2743200" cy="731520"/>
          </a:xfrm>
          <a:prstGeom prst="roundRect">
            <a:avLst>
              <a:gd name="adj" fmla="val 15000"/>
            </a:avLst>
          </a:prstGeom>
          <a:solidFill>
            <a:srgbClr val="24473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88720" y="2331720"/>
            <a:ext cx="27432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중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063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docker stop     ▲ docker start</a:t>
            </a:r>
            <a:endParaRPr lang="en-US" sz="1200" dirty="0"/>
          </a:p>
        </p:txBody>
      </p:sp>
      <p:sp>
        <p:nvSpPr>
          <p:cNvPr id="8" name="상태정지"/>
          <p:cNvSpPr/>
          <p:nvPr/>
        </p:nvSpPr>
        <p:spPr>
          <a:xfrm>
            <a:off x="1188720" y="3520440"/>
            <a:ext cx="2743200" cy="731520"/>
          </a:xfrm>
          <a:prstGeom prst="roundRect">
            <a:avLst>
              <a:gd name="adj" fmla="val 15000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88720" y="3520440"/>
            <a:ext cx="27432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정지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Exited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4251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docker rm</a:t>
            </a:r>
            <a:endParaRPr lang="en-US" sz="1200" dirty="0"/>
          </a:p>
        </p:txBody>
      </p:sp>
      <p:sp>
        <p:nvSpPr>
          <p:cNvPr id="11" name="상태삭제"/>
          <p:cNvSpPr/>
          <p:nvPr/>
        </p:nvSpPr>
        <p:spPr>
          <a:xfrm>
            <a:off x="1188720" y="4709160"/>
            <a:ext cx="2743200" cy="731520"/>
          </a:xfrm>
          <a:prstGeom prst="roundRect">
            <a:avLst>
              <a:gd name="adj" fmla="val 15000"/>
            </a:avLst>
          </a:prstGeom>
          <a:solidFill>
            <a:srgbClr val="13141C"/>
          </a:solidFill>
          <a:ln w="19050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8720" y="4709160"/>
            <a:ext cx="27432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Removed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3회차 · 컨테이너 켜고 끄기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docker run으로 컨테이너를 백그라운드에서 실행합니다.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web nginx:alpine</a:t>
            </a:r>
            <a:endParaRPr lang="en-US" sz="1100" dirty="0"/>
          </a:p>
        </p:txBody>
      </p:sp>
      <p:sp>
        <p:nvSpPr>
          <p:cNvPr id="9" name="강조"/>
          <p:cNvSpPr/>
          <p:nvPr/>
        </p:nvSpPr>
        <p:spPr>
          <a:xfrm>
            <a:off x="459943" y="29461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0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e59f3cfc36020b1456948c7edeecb6bad25261f1…</a:t>
            </a:r>
            <a:endParaRPr lang="en-US" sz="1100" dirty="0"/>
          </a:p>
        </p:txBody>
      </p:sp>
      <p:sp>
        <p:nvSpPr>
          <p:cNvPr id="11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실행: docker run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3회차 · 컨테이너 켜고 끄기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ps로 보면 Up, 즉 실행 중인 상태입니다.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ID   IMAGE          STATUS         NAMES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e59f3cfc3602   nginx:alpine   Up 3 seconds   web</a:t>
            </a:r>
            <a:endParaRPr lang="en-US" sz="1100" dirty="0"/>
          </a:p>
        </p:txBody>
      </p:sp>
      <p:sp>
        <p:nvSpPr>
          <p:cNvPr id="11" name="강조"/>
          <p:cNvSpPr/>
          <p:nvPr/>
        </p:nvSpPr>
        <p:spPr>
          <a:xfrm>
            <a:off x="459943" y="34033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2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중: STATUS = Up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3회차 · 컨테이너 켜고 끄기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stop 뒤에 이름을 적어 컨테이너를 정지합니다.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stop web</a:t>
            </a:r>
            <a:endParaRPr lang="en-US" sz="1400" dirty="0"/>
          </a:p>
        </p:txBody>
      </p:sp>
      <p:sp>
        <p:nvSpPr>
          <p:cNvPr id="9" name="강조"/>
          <p:cNvSpPr/>
          <p:nvPr/>
        </p:nvSpPr>
        <p:spPr>
          <a:xfrm>
            <a:off x="459943" y="2946197"/>
            <a:ext cx="4398264" cy="297688"/>
          </a:xfrm>
          <a:prstGeom prst="roundRect">
            <a:avLst>
              <a:gd name="adj" fmla="val 15358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0" name="터미널줄2"/>
          <p:cNvSpPr txBox="1"/>
          <p:nvPr/>
        </p:nvSpPr>
        <p:spPr>
          <a:xfrm>
            <a:off x="523951" y="3234741"/>
            <a:ext cx="427024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endParaRPr lang="en-US" sz="1400" dirty="0"/>
          </a:p>
        </p:txBody>
      </p:sp>
      <p:sp>
        <p:nvSpPr>
          <p:cNvPr id="11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정지: docker stop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3회차 · 컨테이너 켜고 끄기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정지된 컨테이너는 docker ps에 보이지 않습니다. -a 옵션을 붙이면 Exited 상태로 보입니다.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  STATUS   NAMES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 -a</a:t>
            </a:r>
            <a:endParaRPr lang="en-US" sz="1100" dirty="0"/>
          </a:p>
        </p:txBody>
      </p:sp>
      <p:sp>
        <p:nvSpPr>
          <p:cNvPr id="11" name="강조"/>
          <p:cNvSpPr/>
          <p:nvPr/>
        </p:nvSpPr>
        <p:spPr>
          <a:xfrm>
            <a:off x="459943" y="34033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         STATUS                     NAMES</a:t>
            </a:r>
            <a:endParaRPr lang="en-US" sz="11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nginx:alpine   Exited (0) 2 seconds ago   web</a:t>
            </a:r>
            <a:endParaRPr lang="en-US" sz="1100" dirty="0"/>
          </a:p>
        </p:txBody>
      </p:sp>
      <p:sp>
        <p:nvSpPr>
          <p:cNvPr id="14" name="강조"/>
          <p:cNvSpPr/>
          <p:nvPr/>
        </p:nvSpPr>
        <p:spPr>
          <a:xfrm>
            <a:off x="459943" y="38605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5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정지된 컨테이너: docker ps -a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3회차 · 컨테이너 켜고 끄기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start로 정지된 컨테이너를 다시 시작합니다.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start web</a:t>
            </a:r>
            <a:endParaRPr lang="en-US" sz="1100" dirty="0"/>
          </a:p>
        </p:txBody>
      </p:sp>
      <p:sp>
        <p:nvSpPr>
          <p:cNvPr id="9" name="강조"/>
          <p:cNvSpPr/>
          <p:nvPr/>
        </p:nvSpPr>
        <p:spPr>
          <a:xfrm>
            <a:off x="459943" y="29461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0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endParaRPr lang="en-US" sz="1100" dirty="0"/>
          </a:p>
        </p:txBody>
      </p:sp>
      <p:sp>
        <p:nvSpPr>
          <p:cNvPr id="11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1100" dirty="0"/>
          </a:p>
        </p:txBody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         STATUS         NAMES</a:t>
            </a:r>
            <a:endParaRPr lang="en-US" sz="11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nginx:alpine   Up 2 seconds   web</a:t>
            </a:r>
            <a:endParaRPr lang="en-US" sz="1100" dirty="0"/>
          </a:p>
        </p:txBody>
      </p:sp>
      <p:sp>
        <p:nvSpPr>
          <p:cNvPr id="14" name="강조"/>
          <p:cNvSpPr/>
          <p:nvPr/>
        </p:nvSpPr>
        <p:spPr>
          <a:xfrm>
            <a:off x="459943" y="38605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5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시작: docker start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3회차 · 컨테이너 켜고 끄기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logs로 컨테이너가 남긴 로그를 확인합니다. 문제가 생겼을 때 가장 먼저 확인하는 곳입니다.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web</a:t>
            </a:r>
            <a:endParaRPr lang="en-US" sz="1000" dirty="0"/>
          </a:p>
        </p:txBody>
      </p:sp>
      <p:sp>
        <p:nvSpPr>
          <p:cNvPr id="9" name="강조"/>
          <p:cNvSpPr/>
          <p:nvPr/>
        </p:nvSpPr>
        <p:spPr>
          <a:xfrm>
            <a:off x="459943" y="29461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0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/docker-entrypoint.sh: /docker-entrypoint.d/ is no…</a:t>
            </a:r>
            <a:endParaRPr lang="en-US" sz="1000" dirty="0"/>
          </a:p>
        </p:txBody>
      </p:sp>
      <p:sp>
        <p:nvSpPr>
          <p:cNvPr id="11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/docker-entrypoint.sh: Looking for shell scripts i…</a:t>
            </a:r>
            <a:endParaRPr lang="en-US" sz="1000" dirty="0"/>
          </a:p>
        </p:txBody>
      </p:sp>
      <p:sp>
        <p:nvSpPr>
          <p:cNvPr id="12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2026/10/08 06:23:27 [notice] 1#1: start worker pro…</a:t>
            </a:r>
            <a:endParaRPr lang="en-US" sz="100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2026/10/08 06:23:27 [notice] 1#1: start worker pro…</a:t>
            </a:r>
            <a:endParaRPr lang="en-US" sz="1000" dirty="0"/>
          </a:p>
        </p:txBody>
      </p:sp>
      <p:sp>
        <p:nvSpPr>
          <p:cNvPr id="15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 보기: docker logs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3회차 · 컨테이너 켜고 끄기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없어지면 stop으로 멈춘 뒤 docker rm으로 삭제합니다. 이름 대신 컨테이너 ID 앞부분만 적어도 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stop e59f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e59f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 e59f</a:t>
            </a:r>
            <a:endParaRPr lang="en-US" sz="1100" dirty="0"/>
          </a:p>
        </p:txBody>
      </p:sp>
      <p:sp>
        <p:nvSpPr>
          <p:cNvPr id="11" name="강조"/>
          <p:cNvSpPr/>
          <p:nvPr/>
        </p:nvSpPr>
        <p:spPr>
          <a:xfrm>
            <a:off x="459943" y="34033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e59f</a:t>
            </a:r>
            <a:endParaRPr lang="en-US" sz="11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 -a</a:t>
            </a:r>
            <a:endParaRPr lang="en-US" sz="110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4098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  STATUS   NAMES</a:t>
            </a:r>
            <a:endParaRPr lang="en-US" sz="1100" dirty="0"/>
          </a:p>
        </p:txBody>
      </p:sp>
      <p:sp>
        <p:nvSpPr>
          <p:cNvPr id="15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삭제: docker rm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3회차 · 컨테이너 켜고 끄기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stop으로 멈추고, start로 다시 켜고, logs로 기록을 보고, rm으로 삭제합니다.</a:t>
            </a:r>
            <a:endParaRPr lang="en-US" sz="1500" dirty="0"/>
          </a:p>
        </p:txBody>
      </p:sp>
      <p:sp>
        <p:nvSpPr>
          <p:cNvPr id="5" name="요약행1"/>
          <p:cNvSpPr/>
          <p:nvPr/>
        </p:nvSpPr>
        <p:spPr>
          <a:xfrm>
            <a:off x="411480" y="2240280"/>
            <a:ext cx="4297680" cy="603504"/>
          </a:xfrm>
          <a:prstGeom prst="roundRect">
            <a:avLst>
              <a:gd name="adj" fmla="val 1515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24028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stop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423160" y="224028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정지</a:t>
            </a:r>
            <a:endParaRPr lang="en-US" sz="1400" dirty="0"/>
          </a:p>
        </p:txBody>
      </p:sp>
      <p:sp>
        <p:nvSpPr>
          <p:cNvPr id="8" name="요약행2"/>
          <p:cNvSpPr/>
          <p:nvPr/>
        </p:nvSpPr>
        <p:spPr>
          <a:xfrm>
            <a:off x="411480" y="2953512"/>
            <a:ext cx="4297680" cy="603504"/>
          </a:xfrm>
          <a:prstGeom prst="roundRect">
            <a:avLst>
              <a:gd name="adj" fmla="val 1515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95351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start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423160" y="295351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정지된 컨테이너 시작</a:t>
            </a:r>
            <a:endParaRPr lang="en-US" sz="1400" dirty="0"/>
          </a:p>
        </p:txBody>
      </p:sp>
      <p:sp>
        <p:nvSpPr>
          <p:cNvPr id="11" name="요약행3"/>
          <p:cNvSpPr/>
          <p:nvPr/>
        </p:nvSpPr>
        <p:spPr>
          <a:xfrm>
            <a:off x="411480" y="3666744"/>
            <a:ext cx="4297680" cy="603504"/>
          </a:xfrm>
          <a:prstGeom prst="roundRect">
            <a:avLst>
              <a:gd name="adj" fmla="val 1515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666744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366674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 보기</a:t>
            </a:r>
            <a:endParaRPr lang="en-US" sz="1400" dirty="0"/>
          </a:p>
        </p:txBody>
      </p:sp>
      <p:sp>
        <p:nvSpPr>
          <p:cNvPr id="14" name="요약행4"/>
          <p:cNvSpPr/>
          <p:nvPr/>
        </p:nvSpPr>
        <p:spPr>
          <a:xfrm>
            <a:off x="411480" y="4379976"/>
            <a:ext cx="4297680" cy="603504"/>
          </a:xfrm>
          <a:prstGeom prst="roundRect">
            <a:avLst>
              <a:gd name="adj" fmla="val 1515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37997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423160" y="437997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삭제</a:t>
            </a:r>
            <a:endParaRPr lang="en-US" sz="1400" dirty="0"/>
          </a:p>
        </p:txBody>
      </p:sp>
      <p:sp>
        <p:nvSpPr>
          <p:cNvPr id="17" name="요약행5"/>
          <p:cNvSpPr/>
          <p:nvPr/>
        </p:nvSpPr>
        <p:spPr>
          <a:xfrm>
            <a:off x="411480" y="5093208"/>
            <a:ext cx="4297680" cy="603504"/>
          </a:xfrm>
          <a:prstGeom prst="roundRect">
            <a:avLst>
              <a:gd name="adj" fmla="val 1515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09320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 -a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509320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컨테이너 보기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3회차 · 컨테이너 켜고 끄기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시간에는 컨테이너에 포트를 연결해 웹서버를 열어봅니다.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다음회차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4회차</a:t>
            </a:r>
            <a:endParaRPr lang="en-US" sz="16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웹서버 띄우기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3회차 컨테이너 켜고 끄기</dc:title>
  <dc:subject>PptxGenJS Presentation</dc:subject>
  <dc:creator>PptxGenJS</dc:creator>
  <cp:lastModifiedBy>PptxGenJS</cp:lastModifiedBy>
  <cp:revision>1</cp:revision>
  <dcterms:created xsi:type="dcterms:W3CDTF">2026-10-08T06:23:30Z</dcterms:created>
  <dcterms:modified xsi:type="dcterms:W3CDTF">2026-10-08T06:23:30Z</dcterms:modified>
</cp:coreProperties>
</file>