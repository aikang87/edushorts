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컨테이너 안의 웹서버를 열고, 설정값을 전달하는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 안의 웹서버에 접속하려면 내 컴퓨터의 포트와 컨테이너의 포트를 연결해야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run에 -p 옵션으로 포트를 연결합니다. 앞의 숫자가 내 컴퓨터, 뒤의 숫자가 컨테이너 포트입니다. (긴 명령은 \ 로 줄바꿈해 표시, 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ps의 PORTS 열에서 연결된 포트를 확인할 수 있습니다.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브라우저에서 localhost:8080에 접속하면 nginx 환영 페이지가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포트 번호만 바꾸면 같은 웹서버를 여러 개 띄울 수 있습니다. (긴 명령은 \ 로 줄바꿈해 표시, 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웹서버에 설정값을 전달하고 싶을 때는 환경변수를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run의 -e 옵션으로 환경변수를 전달하면 컨테이너 안에서 읽을 수 있습니다. --rm 옵션은 실행이 끝나면 컨테이너를 자동으로 지웁니다. (실제 실행한 명령: docker run --rm -e MY_NAME=Docker nginx:alpine printenv MY_NAME)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-p로 포트를 연결하고, -e로 환경변수를 전달하고, --rm으로 자동 삭제합니다.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컨테이너가 지워져도 데이터를 지키는 볼륨을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컨테이너 안의 웹서버를 열고, 설정값을 전달하는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웹서버 띄우기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안의 웹서버에 접속하려면 내 컴퓨터의 포트와 컨테이너의 포트를 연결해야 합니다.</a:t>
            </a:r>
            <a:endParaRPr lang="en-US" sz="1500" dirty="0"/>
          </a:p>
        </p:txBody>
      </p:sp>
      <p:sp>
        <p:nvSpPr>
          <p:cNvPr id="5" name="내컴퓨터"/>
          <p:cNvSpPr/>
          <p:nvPr/>
        </p:nvSpPr>
        <p:spPr>
          <a:xfrm>
            <a:off x="365760" y="28346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834640"/>
            <a:ext cx="15544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8080</a:t>
            </a:r>
            <a:endParaRPr lang="en-US" sz="1700" dirty="0"/>
          </a:p>
        </p:txBody>
      </p:sp>
      <p:sp>
        <p:nvSpPr>
          <p:cNvPr id="7" name="컨테이너"/>
          <p:cNvSpPr/>
          <p:nvPr/>
        </p:nvSpPr>
        <p:spPr>
          <a:xfrm>
            <a:off x="3200400" y="28346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00400" y="2834640"/>
            <a:ext cx="15544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80 (nginx)</a:t>
            </a:r>
            <a:endParaRPr lang="en-US" sz="1700" dirty="0"/>
          </a:p>
        </p:txBody>
      </p:sp>
      <p:sp>
        <p:nvSpPr>
          <p:cNvPr id="9" name="연결화살표"/>
          <p:cNvSpPr/>
          <p:nvPr/>
        </p:nvSpPr>
        <p:spPr>
          <a:xfrm>
            <a:off x="2103120" y="3200400"/>
            <a:ext cx="914400" cy="457200"/>
          </a:xfrm>
          <a:prstGeom prst="rightArrow">
            <a:avLst/>
          </a:prstGeom>
          <a:solidFill>
            <a:srgbClr val="FF79C6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 localhost:8080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run에 -p 옵션으로 포트를 연결합니다. 앞의 숫자가 내 컴퓨터, 뒤의 숫자가 컨테이너 포트입니다.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8080:80 nginx:alpine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9296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eaac6ef90091b2b1366e00c4434cd7dcbfdb5987…</a:t>
            </a:r>
            <a:endParaRPr lang="en-US" sz="1100" dirty="0"/>
          </a:p>
        </p:txBody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연결: -p 내컴퓨터:컨테이너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ps의 PORTS 열에서 연결된 포트를 확인할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  PORTS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1148791" y="3174797"/>
            <a:ext cx="5105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    0.0.0.0:8080-&gt;80/tcp</a:t>
            </a:r>
            <a:endParaRPr lang="en-US" sz="1100" dirty="0"/>
          </a:p>
        </p:txBody>
      </p:sp>
      <p:sp>
        <p:nvSpPr>
          <p:cNvPr id="12" name="강조열"/>
          <p:cNvSpPr/>
          <p:nvPr/>
        </p:nvSpPr>
        <p:spPr>
          <a:xfrm>
            <a:off x="1148791" y="3403397"/>
            <a:ext cx="17678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연결된 포트: PORTS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localhost:8080에 접속하면 nginx 환영 페이지가 보입니다.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2286000"/>
            <a:ext cx="4480560" cy="3171952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2304288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2350008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350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localhost:8080</a:t>
            </a:r>
            <a:endParaRPr lang="en-US" sz="1200" dirty="0"/>
          </a:p>
        </p:txBody>
      </p:sp>
      <p:pic>
        <p:nvPicPr>
          <p:cNvPr id="9" name="Image 0" descr="localhost:8080 에서 보이는 nginx 환영 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670048"/>
            <a:ext cx="4443984" cy="2769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번호만 바꾸면 같은 웹서버를 여러 개 띄울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web2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8081:80 nginx:alpine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9296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89ac5cd56ece9859f624515f9bd882ce2a8d269f…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  PORTS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web2    0.0.0.0:8081-&gt;80/tcp</a:t>
            </a:r>
            <a:endParaRPr lang="en-US" sz="1100" dirty="0"/>
          </a:p>
        </p:txBody>
      </p:sp>
      <p:sp>
        <p:nvSpPr>
          <p:cNvPr id="15" name="강조열"/>
          <p:cNvSpPr/>
          <p:nvPr/>
        </p:nvSpPr>
        <p:spPr>
          <a:xfrm>
            <a:off x="1148791" y="4089197"/>
            <a:ext cx="17678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    0.0.0.0:8080-&gt;80/tcp</a:t>
            </a:r>
            <a:endParaRPr lang="en-US" sz="1100" dirty="0"/>
          </a:p>
        </p:txBody>
      </p:sp>
      <p:sp>
        <p:nvSpPr>
          <p:cNvPr id="17" name="강조열"/>
          <p:cNvSpPr/>
          <p:nvPr/>
        </p:nvSpPr>
        <p:spPr>
          <a:xfrm>
            <a:off x="1148791" y="4317797"/>
            <a:ext cx="17678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8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이미지, 다른 포트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웹서버에 설정값을 전달하고 싶을 때는 환경변수를 사용합니다.</a:t>
            </a:r>
            <a:endParaRPr lang="en-US" sz="1500" dirty="0"/>
          </a:p>
        </p:txBody>
      </p:sp>
      <p:sp>
        <p:nvSpPr>
          <p:cNvPr id="5" name="환경변수카드"/>
          <p:cNvSpPr/>
          <p:nvPr/>
        </p:nvSpPr>
        <p:spPr>
          <a:xfrm>
            <a:off x="822960" y="246888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468880"/>
            <a:ext cx="34747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MY_NAME=Docker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(이름=값)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-e</a:t>
            </a:r>
            <a:endParaRPr lang="en-US" sz="1400" dirty="0"/>
          </a:p>
        </p:txBody>
      </p:sp>
      <p:sp>
        <p:nvSpPr>
          <p:cNvPr id="8" name="컨테이너카드"/>
          <p:cNvSpPr/>
          <p:nvPr/>
        </p:nvSpPr>
        <p:spPr>
          <a:xfrm>
            <a:off x="822960" y="42519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251960"/>
            <a:ext cx="34747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안의 프로그램이 읽어서 사용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run의 -e 옵션으로 환경변수를 전달하면 컨테이너 안에서 읽을 수 있습니다. --rm 옵션은 실행이 끝나면 컨테이너를 자동으로 지웁니다.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MY_NAME=Docker \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nginx:alpine printenv MY_NAME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100" dirty="0"/>
          </a:p>
        </p:txBody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전달: -e KEY=값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-p로 포트를 연결하고,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-e로 환경변수를 전달하고,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--rm으로 자동 삭제합니다.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37744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연결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2461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 KEY=값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전달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11480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--rm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후 자동 삭제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98348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83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4983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접속 주소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 · 웹서버 띄우기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컨테이너가 지워져도 데이터를 지키는 볼륨을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데이터 지키기: 볼륨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4회차 웹서버 띄우기</dc:title>
  <dc:subject>PptxGenJS Presentation</dc:subject>
  <dc:creator>PptxGenJS</dc:creator>
  <cp:lastModifiedBy>PptxGenJS</cp:lastModifiedBy>
  <cp:revision>1</cp:revision>
  <dcterms:created xsi:type="dcterms:W3CDTF">2026-10-08T07:32:37Z</dcterms:created>
  <dcterms:modified xsi:type="dcterms:W3CDTF">2026-10-08T07:32:37Z</dcterms:modified>
</cp:coreProperties>
</file>