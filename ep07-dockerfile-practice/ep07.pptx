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내 프로그램 파일을 이미지에 넣는 Dockerfile 작성법을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파일을 이미지 안으로 복사하면, 내가 만든 프로그램을 컨테이너로 실행할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폴더에는 파이썬 파일, Dockerfile, 비밀번호 파일이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WORKDIR은 컨테이너 안에서 작업할 폴더를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COPY는 내 파일을 이미지 안으로 복사합니다. 앞의 점은 내 폴더, 뒤의 점은 작업 폴더입니다.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build한 뒤 실행하면 내 프로그램의 결과가 출력됩니다. (긴 빌드 로그 중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내용으로 다시 build하면 이미 만든 단계는 캐시되어 건너뜁니다. (긴 빌드 로그 중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파일을 수정하면 바뀐 단계부터 다시 실행됩니다. 앞 단계는 캐시를 그대로 씁니다. (긴 빌드 로그 중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그런데 비밀번호 파일까지 이미지에 들어가 버렸습니다.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.dockerignore에 파일 이름을 적으면 이미지에 복사하지 않습니다. (빌드 로그는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WORKDIR, COPY, .dockerignore로 프로그램을 이미지에 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컨테이너끼리 대화하는 네트워크를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내 프로그램 파일을 이미지에 넣는 Dockerfile 작성법을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Dockerfile 실전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파일을 이미지 안으로 복사하면, 내가 만든 프로그램을 컨테이너로 실행할 수 있습니다.</a:t>
            </a:r>
            <a:endParaRPr lang="en-US" sz="1500" dirty="0"/>
          </a:p>
        </p:txBody>
      </p:sp>
      <p:sp>
        <p:nvSpPr>
          <p:cNvPr id="5" name="내폴더"/>
          <p:cNvSpPr/>
          <p:nvPr/>
        </p:nvSpPr>
        <p:spPr>
          <a:xfrm>
            <a:off x="365760" y="28346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2834640"/>
            <a:ext cx="15544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~/myapp</a:t>
            </a:r>
            <a:endParaRPr lang="en-US" sz="1700" dirty="0"/>
          </a:p>
        </p:txBody>
      </p:sp>
      <p:sp>
        <p:nvSpPr>
          <p:cNvPr id="7" name="이미지"/>
          <p:cNvSpPr/>
          <p:nvPr/>
        </p:nvSpPr>
        <p:spPr>
          <a:xfrm>
            <a:off x="3200400" y="28346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00400" y="2834640"/>
            <a:ext cx="15544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</a:t>
            </a:r>
            <a:endParaRPr lang="en-US" sz="1700" dirty="0"/>
          </a:p>
        </p:txBody>
      </p:sp>
      <p:sp>
        <p:nvSpPr>
          <p:cNvPr id="9" name="복사화살표"/>
          <p:cNvSpPr/>
          <p:nvPr/>
        </p:nvSpPr>
        <p:spPr>
          <a:xfrm>
            <a:off x="2103120" y="3200400"/>
            <a:ext cx="914400" cy="457200"/>
          </a:xfrm>
          <a:prstGeom prst="rightArrow">
            <a:avLst/>
          </a:prstGeom>
          <a:solidFill>
            <a:srgbClr val="FF79C6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6596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폴더에는 파이썬 파일, Dockerfile, 비밀번호 파일이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secret.txt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app.py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 from Docker!")</a:t>
            </a:r>
            <a:endParaRPr lang="en-US" sz="1100" dirty="0"/>
          </a:p>
        </p:txBody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폴더: ~/myapp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WORKDIR은 컨테이너 안에서 작업할 폴더를 정합니다.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python:3.12-alpine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"app.py"]</a:t>
            </a:r>
            <a:endParaRPr lang="en-US" sz="1100" dirty="0"/>
          </a:p>
        </p:txBody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WORKDIR: 작업 폴더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COPY는 내 파일을 이미지 안으로 복사합니다. 앞의 점은 내 폴더, 뒤의 점은 작업 폴더입니다.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python:3.12-alpine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"app.py"]</a:t>
            </a:r>
            <a:endParaRPr lang="en-US" sz="1100" dirty="0"/>
          </a:p>
        </p:txBody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COPY: 파일 복사 (내 폴더 → 이미지)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build한 뒤 실행하면 내 프로그램의 결과가 출력됩니다.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myapp .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 [3/3] COPY . .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 naming to docker.io/library/myapp:latest done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myapp</a:t>
            </a:r>
            <a:endParaRPr lang="en-US" sz="1000" dirty="0"/>
          </a:p>
        </p:txBody>
      </p:sp>
      <p:sp>
        <p:nvSpPr>
          <p:cNvPr id="14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from Docker!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후 실행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내용으로 다시 build하면 이미 만든 단계는 캐시되어 건너뜁니다.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myapp .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 [2/3] WORKDIR /app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 CACHED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 [3/3] COPY . .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 CACHED</a:t>
            </a:r>
            <a:endParaRPr lang="en-US" sz="1100" dirty="0"/>
          </a:p>
        </p:txBody>
      </p:sp>
      <p:sp>
        <p:nvSpPr>
          <p:cNvPr id="15" name="강조"/>
          <p:cNvSpPr/>
          <p:nvPr/>
        </p:nvSpPr>
        <p:spPr>
          <a:xfrm>
            <a:off x="459943" y="4089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캐시: CACHED = 건너뜀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수정하면 바뀐 단계부터 다시 실행됩니다. 앞 단계는 캐시를 그대로 씁니다.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'print("Hello again!")' &gt; app.py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myapp .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 [2/3] WORKDIR /app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 CACHED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 [3/3] COPY . .</a:t>
            </a:r>
            <a:endParaRPr lang="en-US" sz="10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 DONE 0.0s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단계부터 다시 실행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비밀번호 파일까지 이미지에 들어가 버렸습니다.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myapp ls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379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792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secret.txt</a:t>
            </a:r>
            <a:endParaRPr lang="en-US" sz="1200" dirty="0"/>
          </a:p>
        </p:txBody>
      </p:sp>
      <p:sp>
        <p:nvSpPr>
          <p:cNvPr id="12" name="강조"/>
          <p:cNvSpPr/>
          <p:nvPr/>
        </p:nvSpPr>
        <p:spPr>
          <a:xfrm>
            <a:off x="459943" y="36700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안에 비밀번호 파일이 있음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.dockerignore에 파일 이름을 적으면 이미지에 복사하지 않습니다.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.dockerignore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secret.txt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myapp .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user@PC:~/myapp$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myapp ls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326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.dockerignore: 복사에서 제외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WORKDIR, COPY, .dockerignore로 프로그램을 이미지에 담습니다.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37744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폴더 정하기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24612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46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파일 복사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11480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빌드 캐시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단계부터 실행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98348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.dockerignore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4983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복사에서 제외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 · Dockerfile 실전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컨테이너끼리 대화하는 네트워크를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컨테이너 네트워크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7회차 Dockerfile 실전</dc:title>
  <dc:subject>PptxGenJS Presentation</dc:subject>
  <dc:creator>PptxGenJS</dc:creator>
  <cp:lastModifiedBy>PptxGenJS</cp:lastModifiedBy>
  <cp:revision>1</cp:revision>
  <dcterms:created xsi:type="dcterms:W3CDTF">2026-10-08T07:52:50Z</dcterms:created>
  <dcterms:modified xsi:type="dcterms:W3CDTF">2026-10-08T07:52:50Z</dcterms:modified>
</cp:coreProperties>
</file>