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5143500" cy="9144000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이번 시간에는 컨테이너끼리 이름으로 대화하는 네트워크를 알아봅니다.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같은 네트워크에 있는 컨테이너는 서로의 이름으로 접속할 수 있습니다. 웹서버와 데이터베이스를 연결할 때 꼭 필요한 방법입니다.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docker network create로 네트워크를 만들고, ls로 목록을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--network 옵션으로 웹서버 컨테이너를 방금 만든 네트워크에 연결합니다. 컨테이너의 이름 web이, 이 네트워크에서 쓰는 이름이 됩니다. (긴 명령은 \ 로 줄바꿈해 표시, 컨테이너 ID는 앞부분만 표시)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다른 컨테이너에서 웹서버의 이름으로 접속해 봅니다. wget은 주소의 내용을 가져오는 명령입니다. (긴 명령은 \ 로 줄바꿈해 표시)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이름만으로 웹서버의 응답이 돌아옵니다. IP 주소를 몰라도 됩니다. (긴 응답 중 앞부분만 표시)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네트워크를 지정하지 않은 기본 네트워크에서는 이름을 찾지 못해 접속할 수 없습니다. (긴 명령은 \ 로 줄바꿈해 표시, 컨테이너 ID는 앞부분만 표시)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네트워크를 만들고 컨테이너를 연결하면, 이름으로 서로 찾을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다음 시간에는 여러 컨테이너를 한 번에 실행하는 Docker Compose를 알아봅니다.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VSCODE와 Docker로 만드는</a:t>
            </a:r>
            <a:endParaRPr lang="en-US" sz="2400" dirty="0"/>
          </a:p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생성형AI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시간에는 컨테이너끼리 이름으로 대화하는 네트워크를 알아봅니다.</a:t>
            </a:r>
            <a:endParaRPr lang="en-US" sz="1500" dirty="0"/>
          </a:p>
        </p:txBody>
      </p:sp>
      <p:sp>
        <p:nvSpPr>
          <p:cNvPr id="5" name="화면영역"/>
          <p:cNvSpPr/>
          <p:nvPr/>
        </p:nvSpPr>
        <p:spPr>
          <a:xfrm>
            <a:off x="260604" y="2202790"/>
            <a:ext cx="4661611" cy="3556102"/>
          </a:xfrm>
          <a:prstGeom prst="roundRect">
            <a:avLst>
              <a:gd name="adj" fmla="val 5143"/>
            </a:avLst>
          </a:prstGeom>
          <a:solidFill>
            <a:srgbClr val="3B2F55"/>
          </a:solidFill>
          <a:ln w="19050">
            <a:solidFill>
              <a:srgbClr val="FF79C6"/>
            </a:solidFill>
            <a:prstDash val="solid"/>
          </a:ln>
        </p:spPr>
      </p:sp>
      <p:sp>
        <p:nvSpPr>
          <p:cNvPr id="6" name="회차주제"/>
          <p:cNvSpPr txBox="1"/>
          <p:nvPr/>
        </p:nvSpPr>
        <p:spPr>
          <a:xfrm>
            <a:off x="260604" y="2202790"/>
            <a:ext cx="4661611" cy="35561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8회차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컨테이너 네트워크</a:t>
            </a:r>
            <a:endParaRPr 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8회차 · 컨테이너 네트워크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네트워크에 있는 컨테이너는 서로의 이름으로 접속할 수 있습니다. 웹서버와 데이터베이스를 연결할 때 꼭 필요한 방법입니다.</a:t>
            </a:r>
            <a:endParaRPr lang="en-US" sz="1500" dirty="0"/>
          </a:p>
        </p:txBody>
      </p:sp>
      <p:sp>
        <p:nvSpPr>
          <p:cNvPr id="5" name="네트워크영역"/>
          <p:cNvSpPr/>
          <p:nvPr/>
        </p:nvSpPr>
        <p:spPr>
          <a:xfrm>
            <a:off x="320040" y="2377440"/>
            <a:ext cx="4480560" cy="3017520"/>
          </a:xfrm>
          <a:prstGeom prst="roundRect">
            <a:avLst>
              <a:gd name="adj" fmla="val 4545"/>
            </a:avLst>
          </a:prstGeom>
          <a:solidFill>
            <a:srgbClr val="13141C"/>
          </a:solidFill>
          <a:ln w="19050">
            <a:solidFill>
              <a:srgbClr val="FF79C6"/>
            </a:solidFill>
            <a:prstDash val="dash"/>
          </a:ln>
        </p:spPr>
      </p:sp>
      <p:sp>
        <p:nvSpPr>
          <p:cNvPr id="6" name="Text 3"/>
          <p:cNvSpPr txBox="1"/>
          <p:nvPr/>
        </p:nvSpPr>
        <p:spPr>
          <a:xfrm>
            <a:off x="320040" y="24231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네트워크: mynet</a:t>
            </a:r>
            <a:endParaRPr lang="en-US" sz="1300" dirty="0"/>
          </a:p>
        </p:txBody>
      </p:sp>
      <p:sp>
        <p:nvSpPr>
          <p:cNvPr id="7" name="클라이언트"/>
          <p:cNvSpPr/>
          <p:nvPr/>
        </p:nvSpPr>
        <p:spPr>
          <a:xfrm>
            <a:off x="548640" y="3200400"/>
            <a:ext cx="1554480" cy="1463040"/>
          </a:xfrm>
          <a:prstGeom prst="roundRect">
            <a:avLst>
              <a:gd name="adj" fmla="val 7500"/>
            </a:avLst>
          </a:prstGeom>
          <a:solidFill>
            <a:srgbClr val="3B2F55"/>
          </a:solidFill>
          <a:ln w="19050">
            <a:solidFill>
              <a:srgbClr val="FF79C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3200400"/>
            <a:ext cx="1554480" cy="1463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alpine</a:t>
            </a:r>
            <a:endParaRPr lang="en-US" sz="17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접속하는 쪽</a:t>
            </a:r>
            <a:endParaRPr lang="en-US" sz="1700" dirty="0"/>
          </a:p>
        </p:txBody>
      </p:sp>
      <p:sp>
        <p:nvSpPr>
          <p:cNvPr id="9" name="웹서버"/>
          <p:cNvSpPr/>
          <p:nvPr/>
        </p:nvSpPr>
        <p:spPr>
          <a:xfrm>
            <a:off x="3017520" y="3200400"/>
            <a:ext cx="1554480" cy="1463040"/>
          </a:xfrm>
          <a:prstGeom prst="roundRect">
            <a:avLst>
              <a:gd name="adj" fmla="val 7500"/>
            </a:avLst>
          </a:prstGeom>
          <a:solidFill>
            <a:srgbClr val="24473A"/>
          </a:solidFill>
          <a:ln w="19050">
            <a:solidFill>
              <a:srgbClr val="50FA7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017520" y="3200400"/>
            <a:ext cx="1554480" cy="1463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web</a:t>
            </a:r>
            <a:endParaRPr lang="en-US" sz="17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nginx 웹서버</a:t>
            </a:r>
            <a:endParaRPr lang="en-US" sz="1700" dirty="0"/>
          </a:p>
        </p:txBody>
      </p:sp>
      <p:sp>
        <p:nvSpPr>
          <p:cNvPr id="11" name="접속화살표"/>
          <p:cNvSpPr/>
          <p:nvPr/>
        </p:nvSpPr>
        <p:spPr>
          <a:xfrm>
            <a:off x="2194560" y="3566160"/>
            <a:ext cx="731520" cy="411480"/>
          </a:xfrm>
          <a:prstGeom prst="rightArrow">
            <a:avLst/>
          </a:prstGeom>
          <a:solidFill>
            <a:srgbClr val="FF79C6"/>
          </a:solidFill>
          <a:ln w="6350">
            <a:solidFill>
              <a:srgbClr val="FF79C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737360" y="40233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http://web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320040" y="48463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이름으로 접속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8회차 · 컨테이너 네트워크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docker network create로 네트워크를 만들고, ls로 목록을 확인합니다.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user@PC:~$ </a:t>
            </a:r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network create mynet</a:t>
            </a:r>
            <a:endParaRPr lang="en-US" sz="1000" dirty="0"/>
          </a:p>
        </p:txBody>
      </p:sp>
      <p:sp>
        <p:nvSpPr>
          <p:cNvPr id="9" name="강조"/>
          <p:cNvSpPr/>
          <p:nvPr/>
        </p:nvSpPr>
        <p:spPr>
          <a:xfrm>
            <a:off x="459943" y="2946197"/>
            <a:ext cx="4398264" cy="221488"/>
          </a:xfrm>
          <a:prstGeom prst="roundRect">
            <a:avLst>
              <a:gd name="adj" fmla="val 20642"/>
            </a:avLst>
          </a:prstGeom>
          <a:solidFill>
            <a:srgbClr val="13141C">
              <a:alpha val="0"/>
            </a:srgbClr>
          </a:solidFill>
          <a:ln w="22225">
            <a:solidFill>
              <a:srgbClr val="FF79C6"/>
            </a:solidFill>
            <a:prstDash val="solid"/>
          </a:ln>
        </p:spPr>
      </p:sp>
      <p:sp>
        <p:nvSpPr>
          <p:cNvPr id="10" name="터미널줄2"/>
          <p:cNvSpPr txBox="1"/>
          <p:nvPr/>
        </p:nvSpPr>
        <p:spPr>
          <a:xfrm>
            <a:off x="523951" y="31585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64e0868628759315dd6fc348…</a:t>
            </a:r>
            <a:endParaRPr lang="en-US" sz="1000" dirty="0"/>
          </a:p>
        </p:txBody>
      </p:sp>
      <p:sp>
        <p:nvSpPr>
          <p:cNvPr id="11" name="터미널줄3"/>
          <p:cNvSpPr txBox="1"/>
          <p:nvPr/>
        </p:nvSpPr>
        <p:spPr>
          <a:xfrm>
            <a:off x="523951" y="33617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user@PC:~$ </a:t>
            </a:r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network ls</a:t>
            </a:r>
            <a:endParaRPr lang="en-US" sz="1000" dirty="0"/>
          </a:p>
        </p:txBody>
      </p:sp>
      <p:sp>
        <p:nvSpPr>
          <p:cNvPr id="12" name="터미널줄4"/>
          <p:cNvSpPr txBox="1"/>
          <p:nvPr/>
        </p:nvSpPr>
        <p:spPr>
          <a:xfrm>
            <a:off x="523951" y="35649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NETWORK ID     NAME      DRIVER    SCOPE</a:t>
            </a:r>
            <a:endParaRPr lang="en-US" sz="1000" dirty="0"/>
          </a:p>
        </p:txBody>
      </p:sp>
      <p:sp>
        <p:nvSpPr>
          <p:cNvPr id="13" name="터미널줄5"/>
          <p:cNvSpPr txBox="1"/>
          <p:nvPr/>
        </p:nvSpPr>
        <p:spPr>
          <a:xfrm>
            <a:off x="523951" y="37681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83bf89550a8f   bridge    bridge    local</a:t>
            </a:r>
            <a:endParaRPr lang="en-US" sz="1000" dirty="0"/>
          </a:p>
        </p:txBody>
      </p:sp>
      <p:sp>
        <p:nvSpPr>
          <p:cNvPr id="14" name="터미널줄6"/>
          <p:cNvSpPr txBox="1"/>
          <p:nvPr/>
        </p:nvSpPr>
        <p:spPr>
          <a:xfrm>
            <a:off x="523951" y="39713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5a4aab1bf28a   host      host      local</a:t>
            </a:r>
            <a:endParaRPr lang="en-US" sz="1000" dirty="0"/>
          </a:p>
        </p:txBody>
      </p:sp>
      <p:sp>
        <p:nvSpPr>
          <p:cNvPr id="15" name="터미널줄7"/>
          <p:cNvSpPr txBox="1"/>
          <p:nvPr/>
        </p:nvSpPr>
        <p:spPr>
          <a:xfrm>
            <a:off x="523951" y="41745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64e086862875   mynet     bridge    local</a:t>
            </a:r>
            <a:endParaRPr lang="en-US" sz="1000" dirty="0"/>
          </a:p>
        </p:txBody>
      </p:sp>
      <p:sp>
        <p:nvSpPr>
          <p:cNvPr id="16" name="강조"/>
          <p:cNvSpPr/>
          <p:nvPr/>
        </p:nvSpPr>
        <p:spPr>
          <a:xfrm>
            <a:off x="459943" y="4165397"/>
            <a:ext cx="4398264" cy="221488"/>
          </a:xfrm>
          <a:prstGeom prst="roundRect">
            <a:avLst>
              <a:gd name="adj" fmla="val 20642"/>
            </a:avLst>
          </a:prstGeom>
          <a:solidFill>
            <a:srgbClr val="13141C">
              <a:alpha val="0"/>
            </a:srgbClr>
          </a:solidFill>
          <a:ln w="22225">
            <a:solidFill>
              <a:srgbClr val="FF79C6"/>
            </a:solidFill>
            <a:prstDash val="solid"/>
          </a:ln>
        </p:spPr>
      </p:sp>
      <p:sp>
        <p:nvSpPr>
          <p:cNvPr id="17" name="터미널줄8"/>
          <p:cNvSpPr txBox="1"/>
          <p:nvPr/>
        </p:nvSpPr>
        <p:spPr>
          <a:xfrm>
            <a:off x="523951" y="43777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ed04e18a0598   none      null      local</a:t>
            </a:r>
            <a:endParaRPr lang="en-US" sz="1000" dirty="0"/>
          </a:p>
        </p:txBody>
      </p:sp>
      <p:sp>
        <p:nvSpPr>
          <p:cNvPr id="18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3B2F55"/>
          </a:solidFill>
          <a:ln w="6350">
            <a:solidFill>
              <a:srgbClr val="3B2F5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네트워크 만들기: docker network create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8회차 · 컨테이너 네트워크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--network 옵션으로 웹서버 컨테이너를 방금 만든 네트워크에 연결합니다. 컨테이너의 이름 web이, 이 네트워크에서 쓰는 이름이 됩니다.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user@PC:~$ </a:t>
            </a:r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-d --name web \</a:t>
            </a:r>
            <a:endParaRPr lang="en-US" sz="1100" dirty="0"/>
          </a:p>
        </p:txBody>
      </p:sp>
      <p:sp>
        <p:nvSpPr>
          <p:cNvPr id="9" name="터미널줄2"/>
          <p:cNvSpPr txBox="1"/>
          <p:nvPr/>
        </p:nvSpPr>
        <p:spPr>
          <a:xfrm>
            <a:off x="523951" y="31839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--network mynet nginx:alpine</a:t>
            </a:r>
            <a:endParaRPr lang="en-US" sz="1100" dirty="0"/>
          </a:p>
        </p:txBody>
      </p:sp>
      <p:sp>
        <p:nvSpPr>
          <p:cNvPr id="10" name="강조열"/>
          <p:cNvSpPr/>
          <p:nvPr/>
        </p:nvSpPr>
        <p:spPr>
          <a:xfrm>
            <a:off x="645871" y="3174797"/>
            <a:ext cx="1348740" cy="246888"/>
          </a:xfrm>
          <a:prstGeom prst="roundRect">
            <a:avLst>
              <a:gd name="adj" fmla="val 18519"/>
            </a:avLst>
          </a:prstGeom>
          <a:solidFill>
            <a:srgbClr val="13141C">
              <a:alpha val="0"/>
            </a:srgbClr>
          </a:solidFill>
          <a:ln w="22225">
            <a:solidFill>
              <a:srgbClr val="FF79C6"/>
            </a:solidFill>
            <a:prstDash val="solid"/>
          </a:ln>
        </p:spPr>
      </p:sp>
      <p:sp>
        <p:nvSpPr>
          <p:cNvPr id="11" name="터미널줄3"/>
          <p:cNvSpPr txBox="1"/>
          <p:nvPr/>
        </p:nvSpPr>
        <p:spPr>
          <a:xfrm>
            <a:off x="523951" y="34125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230e320b444ea950fd79385b1b0b2a58c7554cda…</a:t>
            </a:r>
            <a:endParaRPr lang="en-US" sz="1100" dirty="0"/>
          </a:p>
        </p:txBody>
      </p:sp>
      <p:sp>
        <p:nvSpPr>
          <p:cNvPr id="12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3B2F55"/>
          </a:solidFill>
          <a:ln w="6350">
            <a:solidFill>
              <a:srgbClr val="3B2F5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네트워크 연결: --network 이름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8회차 · 컨테이너 네트워크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컨테이너에서 웹서버의 이름으로 접속해 봅니다. wget은 주소의 내용을 가져오는 명령입니다.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user@PC:~$ </a:t>
            </a:r>
            <a:pPr indent="0" marL="0">
              <a:buNone/>
            </a:pPr>
            <a:r>
              <a:rPr lang="en-US" sz="12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--rm \</a:t>
            </a:r>
            <a:endParaRPr lang="en-US" sz="1200" dirty="0"/>
          </a:p>
        </p:txBody>
      </p:sp>
      <p:sp>
        <p:nvSpPr>
          <p:cNvPr id="9" name="터미널줄2"/>
          <p:cNvSpPr txBox="1"/>
          <p:nvPr/>
        </p:nvSpPr>
        <p:spPr>
          <a:xfrm>
            <a:off x="523951" y="3196641"/>
            <a:ext cx="4270248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--network mynet alpine \</a:t>
            </a:r>
            <a:endParaRPr lang="en-US" sz="1200" dirty="0"/>
          </a:p>
        </p:txBody>
      </p:sp>
      <p:sp>
        <p:nvSpPr>
          <p:cNvPr id="10" name="터미널줄3"/>
          <p:cNvSpPr txBox="1"/>
          <p:nvPr/>
        </p:nvSpPr>
        <p:spPr>
          <a:xfrm>
            <a:off x="523951" y="3437941"/>
            <a:ext cx="4270248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wget -qO- http://web</a:t>
            </a:r>
            <a:endParaRPr lang="en-US" sz="1200" dirty="0"/>
          </a:p>
        </p:txBody>
      </p:sp>
      <p:sp>
        <p:nvSpPr>
          <p:cNvPr id="11" name="강조열"/>
          <p:cNvSpPr/>
          <p:nvPr/>
        </p:nvSpPr>
        <p:spPr>
          <a:xfrm>
            <a:off x="1575511" y="3428797"/>
            <a:ext cx="1005840" cy="259588"/>
          </a:xfrm>
          <a:prstGeom prst="roundRect">
            <a:avLst>
              <a:gd name="adj" fmla="val 17613"/>
            </a:avLst>
          </a:prstGeom>
          <a:solidFill>
            <a:srgbClr val="13141C">
              <a:alpha val="0"/>
            </a:srgbClr>
          </a:solidFill>
          <a:ln w="22225">
            <a:solidFill>
              <a:srgbClr val="FF79C6"/>
            </a:solidFill>
            <a:prstDash val="solid"/>
          </a:ln>
        </p:spPr>
      </p:sp>
      <p:sp>
        <p:nvSpPr>
          <p:cNvPr id="12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3B2F55"/>
          </a:solidFill>
          <a:ln w="6350">
            <a:solidFill>
              <a:srgbClr val="3B2F5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컨테이너에서 이름으로 접속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8회차 · 컨테이너 네트워크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이름만으로 웹서버의 응답이 돌아옵니다. IP 주소를 몰라도 됩니다.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user@PC:~$ </a:t>
            </a:r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--rm \</a:t>
            </a:r>
            <a:endParaRPr lang="en-US" sz="1000" dirty="0"/>
          </a:p>
        </p:txBody>
      </p:sp>
      <p:sp>
        <p:nvSpPr>
          <p:cNvPr id="9" name="터미널줄2"/>
          <p:cNvSpPr txBox="1"/>
          <p:nvPr/>
        </p:nvSpPr>
        <p:spPr>
          <a:xfrm>
            <a:off x="523951" y="31585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--network mynet alpine \</a:t>
            </a:r>
            <a:endParaRPr lang="en-US" sz="1000" dirty="0"/>
          </a:p>
        </p:txBody>
      </p:sp>
      <p:sp>
        <p:nvSpPr>
          <p:cNvPr id="10" name="터미널줄3"/>
          <p:cNvSpPr txBox="1"/>
          <p:nvPr/>
        </p:nvSpPr>
        <p:spPr>
          <a:xfrm>
            <a:off x="523951" y="33617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wget -qO- http://web</a:t>
            </a:r>
            <a:endParaRPr lang="en-US" sz="1000" dirty="0"/>
          </a:p>
        </p:txBody>
      </p:sp>
      <p:sp>
        <p:nvSpPr>
          <p:cNvPr id="11" name="강조열"/>
          <p:cNvSpPr/>
          <p:nvPr/>
        </p:nvSpPr>
        <p:spPr>
          <a:xfrm>
            <a:off x="1392631" y="3352597"/>
            <a:ext cx="853440" cy="221488"/>
          </a:xfrm>
          <a:prstGeom prst="roundRect">
            <a:avLst>
              <a:gd name="adj" fmla="val 20642"/>
            </a:avLst>
          </a:prstGeom>
          <a:solidFill>
            <a:srgbClr val="13141C">
              <a:alpha val="0"/>
            </a:srgbClr>
          </a:solidFill>
          <a:ln w="22225">
            <a:solidFill>
              <a:srgbClr val="50FA7B"/>
            </a:solidFill>
            <a:prstDash val="solid"/>
          </a:ln>
        </p:spPr>
      </p:sp>
      <p:sp>
        <p:nvSpPr>
          <p:cNvPr id="12" name="터미널줄4"/>
          <p:cNvSpPr txBox="1"/>
          <p:nvPr/>
        </p:nvSpPr>
        <p:spPr>
          <a:xfrm>
            <a:off x="523951" y="35649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</a:t>
            </a:r>
            <a:endParaRPr lang="en-US" sz="1000" dirty="0"/>
          </a:p>
        </p:txBody>
      </p:sp>
      <p:sp>
        <p:nvSpPr>
          <p:cNvPr id="13" name="터미널줄5"/>
          <p:cNvSpPr txBox="1"/>
          <p:nvPr/>
        </p:nvSpPr>
        <p:spPr>
          <a:xfrm>
            <a:off x="523951" y="37681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&lt;html&gt;</a:t>
            </a:r>
            <a:endParaRPr lang="en-US" sz="1000" dirty="0"/>
          </a:p>
        </p:txBody>
      </p:sp>
      <p:sp>
        <p:nvSpPr>
          <p:cNvPr id="14" name="터미널줄6"/>
          <p:cNvSpPr txBox="1"/>
          <p:nvPr/>
        </p:nvSpPr>
        <p:spPr>
          <a:xfrm>
            <a:off x="523951" y="39713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1000" dirty="0"/>
          </a:p>
        </p:txBody>
      </p:sp>
      <p:sp>
        <p:nvSpPr>
          <p:cNvPr id="15" name="터미널줄7"/>
          <p:cNvSpPr txBox="1"/>
          <p:nvPr/>
        </p:nvSpPr>
        <p:spPr>
          <a:xfrm>
            <a:off x="523951" y="41745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&lt;title&gt;Welcome to nginx!&lt;/title&gt;</a:t>
            </a:r>
            <a:endParaRPr lang="en-US" sz="1000" dirty="0"/>
          </a:p>
        </p:txBody>
      </p:sp>
      <p:sp>
        <p:nvSpPr>
          <p:cNvPr id="16" name="강조"/>
          <p:cNvSpPr/>
          <p:nvPr/>
        </p:nvSpPr>
        <p:spPr>
          <a:xfrm>
            <a:off x="459943" y="4165397"/>
            <a:ext cx="4398264" cy="221488"/>
          </a:xfrm>
          <a:prstGeom prst="roundRect">
            <a:avLst>
              <a:gd name="adj" fmla="val 20642"/>
            </a:avLst>
          </a:prstGeom>
          <a:solidFill>
            <a:srgbClr val="13141C">
              <a:alpha val="0"/>
            </a:srgbClr>
          </a:solidFill>
          <a:ln w="22225">
            <a:solidFill>
              <a:srgbClr val="50FA7B"/>
            </a:solidFill>
            <a:prstDash val="solid"/>
          </a:ln>
        </p:spPr>
      </p:sp>
      <p:sp>
        <p:nvSpPr>
          <p:cNvPr id="17" name="터미널줄8"/>
          <p:cNvSpPr txBox="1"/>
          <p:nvPr/>
        </p:nvSpPr>
        <p:spPr>
          <a:xfrm>
            <a:off x="523951" y="43777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000" dirty="0"/>
          </a:p>
        </p:txBody>
      </p:sp>
      <p:sp>
        <p:nvSpPr>
          <p:cNvPr id="18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24473A"/>
          </a:solidFill>
          <a:ln w="6350">
            <a:solidFill>
              <a:srgbClr val="24473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웹서버의 응답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8회차 · 컨테이너 네트워크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네트워크를 지정하지 않은 기본 네트워크에서는 이름을 찾지 못해 접속할 수 없습니다.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user@PC:~$ </a:t>
            </a:r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-d --name web2 nginx:alpine</a:t>
            </a:r>
            <a:endParaRPr lang="en-US" sz="1100" dirty="0"/>
          </a:p>
        </p:txBody>
      </p:sp>
      <p:sp>
        <p:nvSpPr>
          <p:cNvPr id="9" name="터미널줄2"/>
          <p:cNvSpPr txBox="1"/>
          <p:nvPr/>
        </p:nvSpPr>
        <p:spPr>
          <a:xfrm>
            <a:off x="523951" y="31839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d11b58981a3ee8a0aef3a4e54384be080524b6a6…</a:t>
            </a:r>
            <a:endParaRPr lang="en-US" sz="1100" dirty="0"/>
          </a:p>
        </p:txBody>
      </p:sp>
      <p:sp>
        <p:nvSpPr>
          <p:cNvPr id="10" name="터미널줄3"/>
          <p:cNvSpPr txBox="1"/>
          <p:nvPr/>
        </p:nvSpPr>
        <p:spPr>
          <a:xfrm>
            <a:off x="523951" y="34125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user@PC:~$ </a:t>
            </a:r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--rm alpine \</a:t>
            </a:r>
            <a:endParaRPr lang="en-US" sz="1100" dirty="0"/>
          </a:p>
        </p:txBody>
      </p:sp>
      <p:sp>
        <p:nvSpPr>
          <p:cNvPr id="11" name="터미널줄4"/>
          <p:cNvSpPr txBox="1"/>
          <p:nvPr/>
        </p:nvSpPr>
        <p:spPr>
          <a:xfrm>
            <a:off x="523951" y="36411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wget -qO- http://web2</a:t>
            </a:r>
            <a:endParaRPr lang="en-US" sz="1100" dirty="0"/>
          </a:p>
        </p:txBody>
      </p:sp>
      <p:sp>
        <p:nvSpPr>
          <p:cNvPr id="12" name="터미널줄5"/>
          <p:cNvSpPr txBox="1"/>
          <p:nvPr/>
        </p:nvSpPr>
        <p:spPr>
          <a:xfrm>
            <a:off x="523951" y="38697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wget: bad address 'web2'</a:t>
            </a:r>
            <a:endParaRPr lang="en-US" sz="1100" dirty="0"/>
          </a:p>
        </p:txBody>
      </p:sp>
      <p:sp>
        <p:nvSpPr>
          <p:cNvPr id="13" name="강조"/>
          <p:cNvSpPr/>
          <p:nvPr/>
        </p:nvSpPr>
        <p:spPr>
          <a:xfrm>
            <a:off x="459943" y="3860597"/>
            <a:ext cx="4398264" cy="246888"/>
          </a:xfrm>
          <a:prstGeom prst="roundRect">
            <a:avLst>
              <a:gd name="adj" fmla="val 18519"/>
            </a:avLst>
          </a:prstGeom>
          <a:solidFill>
            <a:srgbClr val="13141C">
              <a:alpha val="0"/>
            </a:srgbClr>
          </a:solidFill>
          <a:ln w="22225">
            <a:solidFill>
              <a:srgbClr val="FF79C6"/>
            </a:solidFill>
            <a:prstDash val="solid"/>
          </a:ln>
        </p:spPr>
      </p:sp>
      <p:sp>
        <p:nvSpPr>
          <p:cNvPr id="14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3B2F55"/>
          </a:solidFill>
          <a:ln w="6350">
            <a:solidFill>
              <a:srgbClr val="3B2F5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네트워크: 이름 찾기 실패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8회차 · 컨테이너 네트워크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네트워크를 만들고 컨테이너를 연결하면, 이름으로 서로 찾을 수 있습니다.</a:t>
            </a:r>
            <a:endParaRPr lang="en-US" sz="1500" dirty="0"/>
          </a:p>
        </p:txBody>
      </p:sp>
      <p:sp>
        <p:nvSpPr>
          <p:cNvPr id="5" name="요약행1"/>
          <p:cNvSpPr/>
          <p:nvPr/>
        </p:nvSpPr>
        <p:spPr>
          <a:xfrm>
            <a:off x="411480" y="2468880"/>
            <a:ext cx="4297680" cy="777240"/>
          </a:xfrm>
          <a:prstGeom prst="roundRect">
            <a:avLst>
              <a:gd name="adj" fmla="val 11765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24688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network create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2926080" y="246888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네트워크 만들기</a:t>
            </a:r>
            <a:endParaRPr lang="en-US" sz="1400" dirty="0"/>
          </a:p>
        </p:txBody>
      </p:sp>
      <p:sp>
        <p:nvSpPr>
          <p:cNvPr id="8" name="요약행2"/>
          <p:cNvSpPr/>
          <p:nvPr/>
        </p:nvSpPr>
        <p:spPr>
          <a:xfrm>
            <a:off x="411480" y="3429000"/>
            <a:ext cx="4297680" cy="777240"/>
          </a:xfrm>
          <a:prstGeom prst="roundRect">
            <a:avLst>
              <a:gd name="adj" fmla="val 11765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34290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--network 이름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2926080" y="342900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네트워크에 연결</a:t>
            </a:r>
            <a:endParaRPr lang="en-US" sz="1400" dirty="0"/>
          </a:p>
        </p:txBody>
      </p:sp>
      <p:sp>
        <p:nvSpPr>
          <p:cNvPr id="11" name="요약행3"/>
          <p:cNvSpPr/>
          <p:nvPr/>
        </p:nvSpPr>
        <p:spPr>
          <a:xfrm>
            <a:off x="411480" y="4389120"/>
            <a:ext cx="4297680" cy="777240"/>
          </a:xfrm>
          <a:prstGeom prst="roundRect">
            <a:avLst>
              <a:gd name="adj" fmla="val 11765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43891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http://컨테이너이름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2926080" y="438912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이름으로 접속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8회차 · 컨테이너 네트워크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시간에는 여러 컨테이너를 한 번에 실행하는 Docker Compose를 알아봅니다.</a:t>
            </a:r>
            <a:endParaRPr lang="en-US" sz="1500" dirty="0"/>
          </a:p>
        </p:txBody>
      </p:sp>
      <p:sp>
        <p:nvSpPr>
          <p:cNvPr id="5" name="화면영역"/>
          <p:cNvSpPr/>
          <p:nvPr/>
        </p:nvSpPr>
        <p:spPr>
          <a:xfrm>
            <a:off x="260604" y="2202790"/>
            <a:ext cx="4661611" cy="3556102"/>
          </a:xfrm>
          <a:prstGeom prst="roundRect">
            <a:avLst>
              <a:gd name="adj" fmla="val 5143"/>
            </a:avLst>
          </a:prstGeom>
          <a:solidFill>
            <a:srgbClr val="3B2F55"/>
          </a:solidFill>
          <a:ln w="19050">
            <a:solidFill>
              <a:srgbClr val="FF79C6"/>
            </a:solidFill>
            <a:prstDash val="solid"/>
          </a:ln>
        </p:spPr>
      </p:sp>
      <p:sp>
        <p:nvSpPr>
          <p:cNvPr id="6" name="다음회차"/>
          <p:cNvSpPr txBox="1"/>
          <p:nvPr/>
        </p:nvSpPr>
        <p:spPr>
          <a:xfrm>
            <a:off x="260604" y="2202790"/>
            <a:ext cx="4661611" cy="35561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endParaRPr lang="en-US" sz="16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9회차</a:t>
            </a:r>
            <a:endParaRPr lang="en-US" sz="1600" dirty="0"/>
          </a:p>
          <a:p>
            <a:pPr algn="ctr" indent="0" marL="0">
              <a:buNone/>
            </a:pPr>
            <a:r>
              <a:rPr lang="en-US" sz="26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Docker Compose 입문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Docker 8회차 컨테이너 네트워크</dc:title>
  <dc:subject>PptxGenJS Presentation</dc:subject>
  <dc:creator>PptxGenJS</dc:creator>
  <cp:lastModifiedBy>PptxGenJS</cp:lastModifiedBy>
  <cp:revision>1</cp:revision>
  <dcterms:created xsi:type="dcterms:W3CDTF">2026-10-08T07:56:17Z</dcterms:created>
  <dcterms:modified xsi:type="dcterms:W3CDTF">2026-10-08T07:56:17Z</dcterms:modified>
</cp:coreProperties>
</file>