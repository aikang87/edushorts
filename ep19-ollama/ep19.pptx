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Docker로 내 컴퓨터에서 대규모 언어모델을 실행하는 Ollama를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Ollama는 인공지능 언어모델을 내 컴퓨터에서 실행해 주는 프로그램입니다. 컨테이너로 실행하면 설치가 간단합니다.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-v 옵션으로 모델 저장 폴더를 연결하면, 컨테이너를 지워도 모델이 남습니다. 이미지가 커서 처음에는 시간이 걸립니다. (긴 명령은 \ 로 줄바꿈해 표시, 컨테이너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접속해 보면 Ollama가 실행 중이라고 응답합니다. (터미널에서 curl 은 본문만 출력)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exec로 컨테이너 안의 ollama 명령을 실행합니다. 아직 내려받은 모델이 없어서 목록이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pull로 모델을 내려받습니다. 작은 모델이라 GPU가 없어도 실행할 수 있습니다. [미검증: 제작 환경에서 실행하지 못함. 명령만 표시]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run으로 모델과 대화를 시작합니다. -it 옵션은 키보드 입력을 연결합니다. [미검증: 제작 환경에서 실행하지 못함. 명령만 표시]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GPU가 있다면 --gpus all 옵션을 더해 더 빠르게 실행할 수 있습니다. [미검증: 제작 환경에서 실행하지 못함. 명령만 표시] GPU 환경 추가 설명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컨테이너로 실행하고, exec로 명령하고, 볼륨에 모델을 보관합니다.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Docker로 이미지를 만드는 ComfyUI를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Docker로 내 컴퓨터에서 대규모 언어모델을 실행하는 Ollama를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 + Ollama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Ollama는 인공지능 언어모델을 내 컴퓨터에서 실행해 주는 프로그램입니다. 컨테이너로 실행하면 설치가 간단합니다.</a:t>
            </a:r>
            <a:endParaRPr lang="en-US" sz="1500" dirty="0"/>
          </a:p>
        </p:txBody>
      </p:sp>
      <p:sp>
        <p:nvSpPr>
          <p:cNvPr id="5" name="클라이언트"/>
          <p:cNvSpPr/>
          <p:nvPr/>
        </p:nvSpPr>
        <p:spPr>
          <a:xfrm>
            <a:off x="914400" y="233172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13141C"/>
          </a:solidFill>
          <a:ln w="19050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터미널 / 브라우저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localhost:11434</a:t>
            </a:r>
            <a:endParaRPr lang="en-US" sz="1200" dirty="0"/>
          </a:p>
        </p:txBody>
      </p:sp>
      <p:sp>
        <p:nvSpPr>
          <p:cNvPr id="8" name="올라마"/>
          <p:cNvSpPr/>
          <p:nvPr/>
        </p:nvSpPr>
        <p:spPr>
          <a:xfrm>
            <a:off x="914400" y="35661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컨테이너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언어모델 실행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526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-v</a:t>
            </a:r>
            <a:endParaRPr lang="en-US" sz="1200" dirty="0"/>
          </a:p>
        </p:txBody>
      </p:sp>
      <p:sp>
        <p:nvSpPr>
          <p:cNvPr id="11" name="볼륨"/>
          <p:cNvSpPr/>
          <p:nvPr/>
        </p:nvSpPr>
        <p:spPr>
          <a:xfrm>
            <a:off x="914400" y="498348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983480"/>
            <a:ext cx="3291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볼륨: 모델 저장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-v 옵션으로 모델 저장 폴더를 연결하면, 컨테이너를 지워도 모델이 남습니다. 이미지가 커서 처음에는 시간이 걸립니다.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ollama:/root/.ollama \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645871" y="3174797"/>
            <a:ext cx="201930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11434:11434 \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ollama ollama/ollama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343abe633e0bfdfd89f98957f7778d…</a:t>
            </a:r>
            <a:endParaRPr lang="en-US" sz="1100" dirty="0"/>
          </a:p>
        </p:txBody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서버 실행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접속해 보면 Ollama가 실행 중이라고 응답합니다.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localhost:11434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is running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응답 확인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exec로 컨테이너 안의 ollama 명령을 실행합니다. 아직 내려받은 모델이 없어서 목록이 비어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ollama list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ID   SIZE   MODIFIED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설치된 모델: 아직 없음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pull로 모델을 내려받습니다. 작은 모델이라 GPU가 없어도 실행할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\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 pull qwen2.5:0.5b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내려받기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run으로 모델과 대화를 시작합니다. -it 옵션은 키보드 입력을 연결합니다.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ollama \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 run qwen2.5:0.5b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모델과 대화하기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GPU가 있다면 --gpus all 옵션을 더해 더 빠르게 실행할 수 있습니다.</a:t>
            </a:r>
            <a:endParaRPr lang="en-US" sz="1500" dirty="0"/>
          </a:p>
        </p:txBody>
      </p:sp>
      <p:sp>
        <p:nvSpPr>
          <p:cNvPr id="5" name="GPU카드"/>
          <p:cNvSpPr/>
          <p:nvPr/>
        </p:nvSpPr>
        <p:spPr>
          <a:xfrm>
            <a:off x="320040" y="2377440"/>
            <a:ext cx="4480560" cy="2651760"/>
          </a:xfrm>
          <a:prstGeom prst="roundRect">
            <a:avLst>
              <a:gd name="adj" fmla="val 4138"/>
            </a:avLst>
          </a:prstGeom>
          <a:solidFill>
            <a:srgbClr val="13141C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004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가 있다면 (부록)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--gpus all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ollama:/root/.ollama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11434:11434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ollama ollama/ollama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4434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NVIDIA 드라이버 + Container Toolkit 필요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컨테이너로 실행하고, exec로 명령하고, 볼륨에 모델을 보관합니다.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실행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안 명령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ollama:...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4389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보관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Docker + Ollama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Docker로 이미지를 만드는 ComfyUI를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 + ComfyUI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19회차 Docker + Ollama</dc:title>
  <dc:subject>PptxGenJS Presentation</dc:subject>
  <dc:creator>PptxGenJS</dc:creator>
  <cp:lastModifiedBy>PptxGenJS</cp:lastModifiedBy>
  <cp:revision>1</cp:revision>
  <dcterms:created xsi:type="dcterms:W3CDTF">2026-10-08T08:49:11Z</dcterms:created>
  <dcterms:modified xsi:type="dcterms:W3CDTF">2026-10-08T08:49:11Z</dcterms:modified>
</cp:coreProperties>
</file>