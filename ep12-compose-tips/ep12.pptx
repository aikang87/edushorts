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5143500" cy="9144000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이번 시간에는 Compose를 실전에서 쓸 때 유용한 설정 세 가지를 알아봅니다.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자동 재시작과 리소스 제한, 그리고 필요할 때만 실행하는 profiles입니다.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restart: unless-stopped를 적으면, 앱이 비정상 종료돼도 자동으로 다시 시작합니다. (compose.yaml 의 web 부분만 표시, 생략한 줄은 ... 로 표시)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일부러 앱을 종료시키는 주소로 접속해 봅니다. 연결이 끊기며 앱이 죽습니다.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잠시 뒤 보면 web만 새로 시작되었고, 재시작 횟수는 1입니다. (일부 열 생략, 긴 명령은 \ 로 줄바꿈해 표시)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mem_limit은 메모리, cpus는 쓸 수 있는 코어 수를 제한합니다. (compose.yaml 의 web 부분만 표시, 생략한 줄은 ... 로 표시)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docker stats로 보면 web의 메모리 한도가 128MiB로 표시됩니다. (일부 열 생략)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profiles를 적은 서비스는 평소에는 시작되지 않고, 필요할 때만 실행됩니다. (compose.yaml 의 cli 부분만 표시)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--profile 옵션을 붙여 실행하면 debug 서비스까지 함께 시작됩니다. (중간 단계는 생략하고 핵심 줄만 표시, 일부 열 생략)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자동 재시작은 restart, 제한은 mem_limit, 선택 실행은 profiles입니다.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 시간에는 문제가 생겼을 때 살펴보고 정리하는 방법을 알아봅니다.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VSCODE와 Docker로 만드는</a:t>
            </a:r>
            <a:endParaRPr lang="en-US" sz="2400" dirty="0"/>
          </a:p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생성형AI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시간에는 Compose를 실전에서 쓸 때 유용한 설정 세 가지를 알아봅니다.</a:t>
            </a:r>
            <a:endParaRPr lang="en-US" sz="1500" dirty="0"/>
          </a:p>
        </p:txBody>
      </p:sp>
      <p:sp>
        <p:nvSpPr>
          <p:cNvPr id="5" name="화면영역"/>
          <p:cNvSpPr/>
          <p:nvPr/>
        </p:nvSpPr>
        <p:spPr>
          <a:xfrm>
            <a:off x="260604" y="2202790"/>
            <a:ext cx="4661611" cy="3556102"/>
          </a:xfrm>
          <a:prstGeom prst="roundRect">
            <a:avLst>
              <a:gd name="adj" fmla="val 5143"/>
            </a:avLst>
          </a:prstGeom>
          <a:solidFill>
            <a:srgbClr val="3B2F55"/>
          </a:solidFill>
          <a:ln w="19050">
            <a:solidFill>
              <a:srgbClr val="FF79C6"/>
            </a:solidFill>
            <a:prstDash val="solid"/>
          </a:ln>
        </p:spPr>
      </p:sp>
      <p:sp>
        <p:nvSpPr>
          <p:cNvPr id="6" name="회차주제"/>
          <p:cNvSpPr txBox="1"/>
          <p:nvPr/>
        </p:nvSpPr>
        <p:spPr>
          <a:xfrm>
            <a:off x="260604" y="2202790"/>
            <a:ext cx="4661611" cy="35561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12회차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Compose 실전 팁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12회차 · Compose 실전 팁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재시작과 리소스 제한, 그리고 필요할 때만 실행하는 profiles입니다.</a:t>
            </a:r>
            <a:endParaRPr lang="en-US" sz="1500" dirty="0"/>
          </a:p>
        </p:txBody>
      </p:sp>
      <p:sp>
        <p:nvSpPr>
          <p:cNvPr id="5" name="설정카드1"/>
          <p:cNvSpPr/>
          <p:nvPr/>
        </p:nvSpPr>
        <p:spPr>
          <a:xfrm>
            <a:off x="411480" y="2377440"/>
            <a:ext cx="4297680" cy="960120"/>
          </a:xfrm>
          <a:prstGeom prst="roundRect">
            <a:avLst>
              <a:gd name="adj" fmla="val 11429"/>
            </a:avLst>
          </a:prstGeom>
          <a:solidFill>
            <a:srgbClr val="3B2F55"/>
          </a:solidFill>
          <a:ln w="19050">
            <a:solidFill>
              <a:srgbClr val="FF79C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11480" y="2377440"/>
            <a:ext cx="429768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restart</a:t>
            </a:r>
            <a:endParaRPr lang="en-US" sz="17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재시작</a:t>
            </a:r>
            <a:endParaRPr lang="en-US" sz="1700" dirty="0"/>
          </a:p>
        </p:txBody>
      </p:sp>
      <p:sp>
        <p:nvSpPr>
          <p:cNvPr id="7" name="설정카드2"/>
          <p:cNvSpPr/>
          <p:nvPr/>
        </p:nvSpPr>
        <p:spPr>
          <a:xfrm>
            <a:off x="411480" y="3520440"/>
            <a:ext cx="4297680" cy="960120"/>
          </a:xfrm>
          <a:prstGeom prst="roundRect">
            <a:avLst>
              <a:gd name="adj" fmla="val 11429"/>
            </a:avLst>
          </a:prstGeom>
          <a:solidFill>
            <a:srgbClr val="24473A"/>
          </a:solidFill>
          <a:ln w="19050">
            <a:solidFill>
              <a:srgbClr val="50FA7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11480" y="3520440"/>
            <a:ext cx="429768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mem_limit, cpus</a:t>
            </a:r>
            <a:endParaRPr lang="en-US" sz="17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리소스 제한</a:t>
            </a:r>
            <a:endParaRPr lang="en-US" sz="1700" dirty="0"/>
          </a:p>
        </p:txBody>
      </p:sp>
      <p:sp>
        <p:nvSpPr>
          <p:cNvPr id="9" name="설정카드3"/>
          <p:cNvSpPr/>
          <p:nvPr/>
        </p:nvSpPr>
        <p:spPr>
          <a:xfrm>
            <a:off x="411480" y="4663440"/>
            <a:ext cx="4297680" cy="960120"/>
          </a:xfrm>
          <a:prstGeom prst="roundRect">
            <a:avLst>
              <a:gd name="adj" fmla="val 11429"/>
            </a:avLst>
          </a:prstGeom>
          <a:solidFill>
            <a:srgbClr val="13141C"/>
          </a:solidFill>
          <a:ln w="19050">
            <a:solidFill>
              <a:srgbClr val="393B4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11480" y="4663440"/>
            <a:ext cx="429768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profiles</a:t>
            </a:r>
            <a:endParaRPr lang="en-US" sz="17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필요할 때만 실행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12회차 · Compose 실전 팁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restart: unless-stopped를 적으면, 앱이 비정상 종료돼도 자동으로 다시 시작합니다.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user@PC:~/visits$ </a:t>
            </a:r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compose.yaml</a:t>
            </a:r>
            <a:endParaRPr lang="en-US" sz="11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839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web:</a:t>
            </a:r>
            <a:endParaRPr lang="en-US" sz="1100" dirty="0"/>
          </a:p>
        </p:txBody>
      </p:sp>
      <p:sp>
        <p:nvSpPr>
          <p:cNvPr id="10" name="터미널줄3"/>
          <p:cNvSpPr txBox="1"/>
          <p:nvPr/>
        </p:nvSpPr>
        <p:spPr>
          <a:xfrm>
            <a:off x="523951" y="34125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build: .</a:t>
            </a:r>
            <a:endParaRPr lang="en-US" sz="1100" dirty="0"/>
          </a:p>
        </p:txBody>
      </p:sp>
      <p:sp>
        <p:nvSpPr>
          <p:cNvPr id="11" name="터미널줄4"/>
          <p:cNvSpPr txBox="1"/>
          <p:nvPr/>
        </p:nvSpPr>
        <p:spPr>
          <a:xfrm>
            <a:off x="523951" y="36411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restart: unless-stopped</a:t>
            </a:r>
            <a:endParaRPr lang="en-US" sz="1100" dirty="0"/>
          </a:p>
        </p:txBody>
      </p:sp>
      <p:sp>
        <p:nvSpPr>
          <p:cNvPr id="12" name="강조"/>
          <p:cNvSpPr/>
          <p:nvPr/>
        </p:nvSpPr>
        <p:spPr>
          <a:xfrm>
            <a:off x="459943" y="3631997"/>
            <a:ext cx="4398264" cy="246888"/>
          </a:xfrm>
          <a:prstGeom prst="roundRect">
            <a:avLst>
              <a:gd name="adj" fmla="val 18519"/>
            </a:avLst>
          </a:prstGeom>
          <a:solidFill>
            <a:srgbClr val="13141C">
              <a:alpha val="0"/>
            </a:srgbClr>
          </a:solidFill>
          <a:ln w="22225">
            <a:solidFill>
              <a:srgbClr val="FF79C6"/>
            </a:solidFill>
            <a:prstDash val="solid"/>
          </a:ln>
        </p:spPr>
      </p:sp>
      <p:sp>
        <p:nvSpPr>
          <p:cNvPr id="13" name="터미널줄5"/>
          <p:cNvSpPr txBox="1"/>
          <p:nvPr/>
        </p:nvSpPr>
        <p:spPr>
          <a:xfrm>
            <a:off x="523951" y="38697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100" dirty="0"/>
          </a:p>
        </p:txBody>
      </p:sp>
      <p:sp>
        <p:nvSpPr>
          <p:cNvPr id="14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3B2F55"/>
          </a:solidFill>
          <a:ln w="6350">
            <a:solidFill>
              <a:srgbClr val="3B2F5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restart: 자동 재시작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12회차 · Compose 실전 팁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일부러 앱을 종료시키는 주소로 접속해 봅니다. 연결이 끊기며 앱이 죽습니다.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user@PC:~/visits$ </a:t>
            </a:r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grep -n _exit app.py</a:t>
            </a:r>
            <a:endParaRPr lang="en-US" sz="10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585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15:            os._exit(1)  # crash on purpose</a:t>
            </a:r>
            <a:endParaRPr lang="en-US" sz="1000" dirty="0"/>
          </a:p>
        </p:txBody>
      </p:sp>
      <p:sp>
        <p:nvSpPr>
          <p:cNvPr id="10" name="터미널줄3"/>
          <p:cNvSpPr txBox="1"/>
          <p:nvPr/>
        </p:nvSpPr>
        <p:spPr>
          <a:xfrm>
            <a:off x="523951" y="33617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user@PC:~/visits$ </a:t>
            </a:r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localhost:8000/crash</a:t>
            </a:r>
            <a:endParaRPr lang="en-US" sz="1000" dirty="0"/>
          </a:p>
        </p:txBody>
      </p:sp>
      <p:sp>
        <p:nvSpPr>
          <p:cNvPr id="11" name="터미널줄4"/>
          <p:cNvSpPr txBox="1"/>
          <p:nvPr/>
        </p:nvSpPr>
        <p:spPr>
          <a:xfrm>
            <a:off x="523951" y="35649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curl: (52) Empty reply from server</a:t>
            </a:r>
            <a:endParaRPr lang="en-US" sz="1000" dirty="0"/>
          </a:p>
        </p:txBody>
      </p:sp>
      <p:sp>
        <p:nvSpPr>
          <p:cNvPr id="12" name="강조"/>
          <p:cNvSpPr/>
          <p:nvPr/>
        </p:nvSpPr>
        <p:spPr>
          <a:xfrm>
            <a:off x="459943" y="3555797"/>
            <a:ext cx="4398264" cy="221488"/>
          </a:xfrm>
          <a:prstGeom prst="roundRect">
            <a:avLst>
              <a:gd name="adj" fmla="val 20642"/>
            </a:avLst>
          </a:prstGeom>
          <a:solidFill>
            <a:srgbClr val="13141C">
              <a:alpha val="0"/>
            </a:srgbClr>
          </a:solidFill>
          <a:ln w="22225">
            <a:solidFill>
              <a:srgbClr val="FF79C6"/>
            </a:solidFill>
            <a:prstDash val="solid"/>
          </a:ln>
        </p:spPr>
      </p:sp>
      <p:sp>
        <p:nvSpPr>
          <p:cNvPr id="13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3B2F55"/>
          </a:solidFill>
          <a:ln w="6350">
            <a:solidFill>
              <a:srgbClr val="3B2F5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앱을 일부러 종료시키기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12회차 · Compose 실전 팁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잠시 뒤 보면 web만 새로 시작되었고, 재시작 횟수는 1입니다.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user@PC:~/visits$ </a:t>
            </a:r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ps</a:t>
            </a:r>
            <a:endParaRPr lang="en-US" sz="11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839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          STATUS</a:t>
            </a:r>
            <a:endParaRPr lang="en-US" sz="1100" dirty="0"/>
          </a:p>
        </p:txBody>
      </p:sp>
      <p:sp>
        <p:nvSpPr>
          <p:cNvPr id="10" name="터미널줄3"/>
          <p:cNvSpPr txBox="1"/>
          <p:nvPr/>
        </p:nvSpPr>
        <p:spPr>
          <a:xfrm>
            <a:off x="523951" y="34125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visits-db-1    Up 6 seconds</a:t>
            </a:r>
            <a:endParaRPr lang="en-US" sz="1100" dirty="0"/>
          </a:p>
        </p:txBody>
      </p:sp>
      <p:sp>
        <p:nvSpPr>
          <p:cNvPr id="11" name="터미널줄4"/>
          <p:cNvSpPr txBox="1"/>
          <p:nvPr/>
        </p:nvSpPr>
        <p:spPr>
          <a:xfrm>
            <a:off x="523951" y="36411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visits-web-1   Up 2 seconds</a:t>
            </a:r>
            <a:endParaRPr lang="en-US" sz="1100" dirty="0"/>
          </a:p>
        </p:txBody>
      </p:sp>
      <p:sp>
        <p:nvSpPr>
          <p:cNvPr id="12" name="강조"/>
          <p:cNvSpPr/>
          <p:nvPr/>
        </p:nvSpPr>
        <p:spPr>
          <a:xfrm>
            <a:off x="459943" y="3631997"/>
            <a:ext cx="4398264" cy="246888"/>
          </a:xfrm>
          <a:prstGeom prst="roundRect">
            <a:avLst>
              <a:gd name="adj" fmla="val 18519"/>
            </a:avLst>
          </a:prstGeom>
          <a:solidFill>
            <a:srgbClr val="13141C">
              <a:alpha val="0"/>
            </a:srgbClr>
          </a:solidFill>
          <a:ln w="22225">
            <a:solidFill>
              <a:srgbClr val="50FA7B"/>
            </a:solidFill>
            <a:prstDash val="solid"/>
          </a:ln>
        </p:spPr>
      </p:sp>
      <p:sp>
        <p:nvSpPr>
          <p:cNvPr id="13" name="터미널줄5"/>
          <p:cNvSpPr txBox="1"/>
          <p:nvPr/>
        </p:nvSpPr>
        <p:spPr>
          <a:xfrm>
            <a:off x="523951" y="38697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user@PC:~/visits$ </a:t>
            </a:r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inspect \</a:t>
            </a:r>
            <a:endParaRPr lang="en-US" sz="1100" dirty="0"/>
          </a:p>
        </p:txBody>
      </p:sp>
      <p:sp>
        <p:nvSpPr>
          <p:cNvPr id="14" name="터미널줄6"/>
          <p:cNvSpPr txBox="1"/>
          <p:nvPr/>
        </p:nvSpPr>
        <p:spPr>
          <a:xfrm>
            <a:off x="523951" y="40983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-f '{{.RestartCount}}' visits-web-1</a:t>
            </a:r>
            <a:endParaRPr lang="en-US" sz="1100" dirty="0"/>
          </a:p>
        </p:txBody>
      </p:sp>
      <p:sp>
        <p:nvSpPr>
          <p:cNvPr id="15" name="터미널줄7"/>
          <p:cNvSpPr txBox="1"/>
          <p:nvPr/>
        </p:nvSpPr>
        <p:spPr>
          <a:xfrm>
            <a:off x="523951" y="43269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강조"/>
          <p:cNvSpPr/>
          <p:nvPr/>
        </p:nvSpPr>
        <p:spPr>
          <a:xfrm>
            <a:off x="459943" y="4317797"/>
            <a:ext cx="4398264" cy="246888"/>
          </a:xfrm>
          <a:prstGeom prst="roundRect">
            <a:avLst>
              <a:gd name="adj" fmla="val 18519"/>
            </a:avLst>
          </a:prstGeom>
          <a:solidFill>
            <a:srgbClr val="13141C">
              <a:alpha val="0"/>
            </a:srgbClr>
          </a:solidFill>
          <a:ln w="22225">
            <a:solidFill>
              <a:srgbClr val="50FA7B"/>
            </a:solidFill>
            <a:prstDash val="solid"/>
          </a:ln>
        </p:spPr>
      </p:sp>
      <p:sp>
        <p:nvSpPr>
          <p:cNvPr id="17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24473A"/>
          </a:solidFill>
          <a:ln w="6350">
            <a:solidFill>
              <a:srgbClr val="24473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web 만 다시 시작됨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12회차 · Compose 실전 팁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mem_limit은 메모리, cpus는 쓸 수 있는 코어 수를 제한합니다.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user@PC:~/visits$ </a:t>
            </a:r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compose.yaml</a:t>
            </a:r>
            <a:endParaRPr lang="en-US" sz="11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839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web:</a:t>
            </a:r>
            <a:endParaRPr lang="en-US" sz="1100" dirty="0"/>
          </a:p>
        </p:txBody>
      </p:sp>
      <p:sp>
        <p:nvSpPr>
          <p:cNvPr id="10" name="터미널줄3"/>
          <p:cNvSpPr txBox="1"/>
          <p:nvPr/>
        </p:nvSpPr>
        <p:spPr>
          <a:xfrm>
            <a:off x="523951" y="34125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100" dirty="0"/>
          </a:p>
        </p:txBody>
      </p:sp>
      <p:sp>
        <p:nvSpPr>
          <p:cNvPr id="11" name="터미널줄4"/>
          <p:cNvSpPr txBox="1"/>
          <p:nvPr/>
        </p:nvSpPr>
        <p:spPr>
          <a:xfrm>
            <a:off x="523951" y="36411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mem_limit: 128m</a:t>
            </a:r>
            <a:endParaRPr lang="en-US" sz="1100" dirty="0"/>
          </a:p>
        </p:txBody>
      </p:sp>
      <p:sp>
        <p:nvSpPr>
          <p:cNvPr id="12" name="강조"/>
          <p:cNvSpPr/>
          <p:nvPr/>
        </p:nvSpPr>
        <p:spPr>
          <a:xfrm>
            <a:off x="459943" y="3631997"/>
            <a:ext cx="4398264" cy="246888"/>
          </a:xfrm>
          <a:prstGeom prst="roundRect">
            <a:avLst>
              <a:gd name="adj" fmla="val 18519"/>
            </a:avLst>
          </a:prstGeom>
          <a:solidFill>
            <a:srgbClr val="13141C">
              <a:alpha val="0"/>
            </a:srgbClr>
          </a:solidFill>
          <a:ln w="22225">
            <a:solidFill>
              <a:srgbClr val="FF79C6"/>
            </a:solidFill>
            <a:prstDash val="solid"/>
          </a:ln>
        </p:spPr>
      </p:sp>
      <p:sp>
        <p:nvSpPr>
          <p:cNvPr id="13" name="터미널줄5"/>
          <p:cNvSpPr txBox="1"/>
          <p:nvPr/>
        </p:nvSpPr>
        <p:spPr>
          <a:xfrm>
            <a:off x="523951" y="38697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cpus: 0.5</a:t>
            </a:r>
            <a:endParaRPr lang="en-US" sz="1100" dirty="0"/>
          </a:p>
        </p:txBody>
      </p:sp>
      <p:sp>
        <p:nvSpPr>
          <p:cNvPr id="14" name="강조"/>
          <p:cNvSpPr/>
          <p:nvPr/>
        </p:nvSpPr>
        <p:spPr>
          <a:xfrm>
            <a:off x="459943" y="3860597"/>
            <a:ext cx="4398264" cy="246888"/>
          </a:xfrm>
          <a:prstGeom prst="roundRect">
            <a:avLst>
              <a:gd name="adj" fmla="val 18519"/>
            </a:avLst>
          </a:prstGeom>
          <a:solidFill>
            <a:srgbClr val="13141C">
              <a:alpha val="0"/>
            </a:srgbClr>
          </a:solidFill>
          <a:ln w="22225">
            <a:solidFill>
              <a:srgbClr val="FF79C6"/>
            </a:solidFill>
            <a:prstDash val="solid"/>
          </a:ln>
        </p:spPr>
      </p:sp>
      <p:sp>
        <p:nvSpPr>
          <p:cNvPr id="15" name="터미널줄6"/>
          <p:cNvSpPr txBox="1"/>
          <p:nvPr/>
        </p:nvSpPr>
        <p:spPr>
          <a:xfrm>
            <a:off x="523951" y="40983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100" dirty="0"/>
          </a:p>
        </p:txBody>
      </p:sp>
      <p:sp>
        <p:nvSpPr>
          <p:cNvPr id="16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3B2F55"/>
          </a:solidFill>
          <a:ln w="6350">
            <a:solidFill>
              <a:srgbClr val="3B2F5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리소스 제한: 메모리, CPU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12회차 · Compose 실전 팁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docker stats로 보면 web의 메모리 한도가 128MiB로 표시됩니다.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user@PC:~/visits$ </a:t>
            </a:r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stats --no-stream</a:t>
            </a:r>
            <a:endParaRPr lang="en-US" sz="11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839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          CPU %   MEM USAGE / LIMIT</a:t>
            </a:r>
            <a:endParaRPr lang="en-US" sz="1100" dirty="0"/>
          </a:p>
        </p:txBody>
      </p:sp>
      <p:sp>
        <p:nvSpPr>
          <p:cNvPr id="10" name="터미널줄3"/>
          <p:cNvSpPr txBox="1"/>
          <p:nvPr/>
        </p:nvSpPr>
        <p:spPr>
          <a:xfrm>
            <a:off x="523951" y="34125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visits-db-1    0.19%   5.691MiB / 15.72GiB</a:t>
            </a:r>
            <a:endParaRPr lang="en-US" sz="1100" dirty="0"/>
          </a:p>
        </p:txBody>
      </p:sp>
      <p:sp>
        <p:nvSpPr>
          <p:cNvPr id="11" name="터미널줄4"/>
          <p:cNvSpPr txBox="1"/>
          <p:nvPr/>
        </p:nvSpPr>
        <p:spPr>
          <a:xfrm>
            <a:off x="523951" y="36411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visits-web-1   0.02%   10.1MiB / 128MiB</a:t>
            </a:r>
            <a:endParaRPr lang="en-US" sz="1100" dirty="0"/>
          </a:p>
        </p:txBody>
      </p:sp>
      <p:sp>
        <p:nvSpPr>
          <p:cNvPr id="12" name="강조열"/>
          <p:cNvSpPr/>
          <p:nvPr/>
        </p:nvSpPr>
        <p:spPr>
          <a:xfrm>
            <a:off x="3244291" y="3631997"/>
            <a:ext cx="594360" cy="246888"/>
          </a:xfrm>
          <a:prstGeom prst="roundRect">
            <a:avLst>
              <a:gd name="adj" fmla="val 18519"/>
            </a:avLst>
          </a:prstGeom>
          <a:solidFill>
            <a:srgbClr val="13141C">
              <a:alpha val="0"/>
            </a:srgbClr>
          </a:solidFill>
          <a:ln w="22225">
            <a:solidFill>
              <a:srgbClr val="50FA7B"/>
            </a:solidFill>
            <a:prstDash val="solid"/>
          </a:ln>
        </p:spPr>
      </p:sp>
      <p:sp>
        <p:nvSpPr>
          <p:cNvPr id="13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24473A"/>
          </a:solidFill>
          <a:ln w="6350">
            <a:solidFill>
              <a:srgbClr val="24473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web 의 메모리 한도: 128MiB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12회차 · Compose 실전 팁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profiles를 적은 서비스는 평소에는 시작되지 않고, 필요할 때만 실행됩니다.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user@PC:~/visits$ </a:t>
            </a:r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compose.yaml</a:t>
            </a:r>
            <a:endParaRPr lang="en-US" sz="10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585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000" dirty="0"/>
          </a:p>
        </p:txBody>
      </p:sp>
      <p:sp>
        <p:nvSpPr>
          <p:cNvPr id="10" name="터미널줄3"/>
          <p:cNvSpPr txBox="1"/>
          <p:nvPr/>
        </p:nvSpPr>
        <p:spPr>
          <a:xfrm>
            <a:off x="523951" y="33617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cli:</a:t>
            </a:r>
            <a:endParaRPr lang="en-US" sz="1000" dirty="0"/>
          </a:p>
        </p:txBody>
      </p:sp>
      <p:sp>
        <p:nvSpPr>
          <p:cNvPr id="11" name="터미널줄4"/>
          <p:cNvSpPr txBox="1"/>
          <p:nvPr/>
        </p:nvSpPr>
        <p:spPr>
          <a:xfrm>
            <a:off x="523951" y="35649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image: redis:alpine</a:t>
            </a:r>
            <a:endParaRPr lang="en-US" sz="1000" dirty="0"/>
          </a:p>
        </p:txBody>
      </p:sp>
      <p:sp>
        <p:nvSpPr>
          <p:cNvPr id="12" name="터미널줄5"/>
          <p:cNvSpPr txBox="1"/>
          <p:nvPr/>
        </p:nvSpPr>
        <p:spPr>
          <a:xfrm>
            <a:off x="523951" y="37681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command: ["sleep", "infinity"]</a:t>
            </a:r>
            <a:endParaRPr lang="en-US" sz="1000" dirty="0"/>
          </a:p>
        </p:txBody>
      </p:sp>
      <p:sp>
        <p:nvSpPr>
          <p:cNvPr id="13" name="터미널줄6"/>
          <p:cNvSpPr txBox="1"/>
          <p:nvPr/>
        </p:nvSpPr>
        <p:spPr>
          <a:xfrm>
            <a:off x="523951" y="39713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profiles: ["debug"]</a:t>
            </a:r>
            <a:endParaRPr lang="en-US" sz="1000" dirty="0"/>
          </a:p>
        </p:txBody>
      </p:sp>
      <p:sp>
        <p:nvSpPr>
          <p:cNvPr id="14" name="강조"/>
          <p:cNvSpPr/>
          <p:nvPr/>
        </p:nvSpPr>
        <p:spPr>
          <a:xfrm>
            <a:off x="459943" y="3962197"/>
            <a:ext cx="4398264" cy="221488"/>
          </a:xfrm>
          <a:prstGeom prst="roundRect">
            <a:avLst>
              <a:gd name="adj" fmla="val 20642"/>
            </a:avLst>
          </a:prstGeom>
          <a:solidFill>
            <a:srgbClr val="13141C">
              <a:alpha val="0"/>
            </a:srgbClr>
          </a:solidFill>
          <a:ln w="22225">
            <a:solidFill>
              <a:srgbClr val="FF79C6"/>
            </a:solidFill>
            <a:prstDash val="solid"/>
          </a:ln>
        </p:spPr>
      </p:sp>
      <p:sp>
        <p:nvSpPr>
          <p:cNvPr id="15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3B2F55"/>
          </a:solidFill>
          <a:ln w="6350">
            <a:solidFill>
              <a:srgbClr val="3B2F5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profiles: 필요할 때만 실행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12회차 · Compose 실전 팁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--profile 옵션을 붙여 실행하면 debug 서비스까지 함께 시작됩니다.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user@PC:~/visits$ </a:t>
            </a:r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--profile debug up -d</a:t>
            </a:r>
            <a:endParaRPr lang="en-US" sz="10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585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Container visits-cli-1 Started </a:t>
            </a:r>
            <a:endParaRPr lang="en-US" sz="1000" dirty="0"/>
          </a:p>
        </p:txBody>
      </p:sp>
      <p:sp>
        <p:nvSpPr>
          <p:cNvPr id="10" name="강조"/>
          <p:cNvSpPr/>
          <p:nvPr/>
        </p:nvSpPr>
        <p:spPr>
          <a:xfrm>
            <a:off x="459943" y="3149397"/>
            <a:ext cx="4398264" cy="221488"/>
          </a:xfrm>
          <a:prstGeom prst="roundRect">
            <a:avLst>
              <a:gd name="adj" fmla="val 20642"/>
            </a:avLst>
          </a:prstGeom>
          <a:solidFill>
            <a:srgbClr val="13141C">
              <a:alpha val="0"/>
            </a:srgbClr>
          </a:solidFill>
          <a:ln w="22225">
            <a:solidFill>
              <a:srgbClr val="50FA7B"/>
            </a:solidFill>
            <a:prstDash val="solid"/>
          </a:ln>
        </p:spPr>
      </p:sp>
      <p:sp>
        <p:nvSpPr>
          <p:cNvPr id="11" name="터미널줄3"/>
          <p:cNvSpPr txBox="1"/>
          <p:nvPr/>
        </p:nvSpPr>
        <p:spPr>
          <a:xfrm>
            <a:off x="523951" y="33617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user@PC:~/visits$ </a:t>
            </a:r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ps</a:t>
            </a:r>
            <a:endParaRPr lang="en-US" sz="1000" dirty="0"/>
          </a:p>
        </p:txBody>
      </p:sp>
      <p:sp>
        <p:nvSpPr>
          <p:cNvPr id="12" name="터미널줄4"/>
          <p:cNvSpPr txBox="1"/>
          <p:nvPr/>
        </p:nvSpPr>
        <p:spPr>
          <a:xfrm>
            <a:off x="523951" y="35649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          STATUS</a:t>
            </a:r>
            <a:endParaRPr lang="en-US" sz="1000" dirty="0"/>
          </a:p>
        </p:txBody>
      </p:sp>
      <p:sp>
        <p:nvSpPr>
          <p:cNvPr id="13" name="터미널줄5"/>
          <p:cNvSpPr txBox="1"/>
          <p:nvPr/>
        </p:nvSpPr>
        <p:spPr>
          <a:xfrm>
            <a:off x="523951" y="37681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visits-cli-1   Up 2 seconds</a:t>
            </a:r>
            <a:endParaRPr lang="en-US" sz="1000" dirty="0"/>
          </a:p>
        </p:txBody>
      </p:sp>
      <p:sp>
        <p:nvSpPr>
          <p:cNvPr id="14" name="강조"/>
          <p:cNvSpPr/>
          <p:nvPr/>
        </p:nvSpPr>
        <p:spPr>
          <a:xfrm>
            <a:off x="459943" y="3758997"/>
            <a:ext cx="4398264" cy="221488"/>
          </a:xfrm>
          <a:prstGeom prst="roundRect">
            <a:avLst>
              <a:gd name="adj" fmla="val 20642"/>
            </a:avLst>
          </a:prstGeom>
          <a:solidFill>
            <a:srgbClr val="13141C">
              <a:alpha val="0"/>
            </a:srgbClr>
          </a:solidFill>
          <a:ln w="22225">
            <a:solidFill>
              <a:srgbClr val="50FA7B"/>
            </a:solidFill>
            <a:prstDash val="solid"/>
          </a:ln>
        </p:spPr>
      </p:sp>
      <p:sp>
        <p:nvSpPr>
          <p:cNvPr id="15" name="터미널줄6"/>
          <p:cNvSpPr txBox="1"/>
          <p:nvPr/>
        </p:nvSpPr>
        <p:spPr>
          <a:xfrm>
            <a:off x="523951" y="39713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visits-db-1    Up 11 seconds</a:t>
            </a:r>
            <a:endParaRPr lang="en-US" sz="1000" dirty="0"/>
          </a:p>
        </p:txBody>
      </p:sp>
      <p:sp>
        <p:nvSpPr>
          <p:cNvPr id="16" name="터미널줄7"/>
          <p:cNvSpPr txBox="1"/>
          <p:nvPr/>
        </p:nvSpPr>
        <p:spPr>
          <a:xfrm>
            <a:off x="523951" y="41745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visits-web-1   Up 7 seconds</a:t>
            </a:r>
            <a:endParaRPr lang="en-US" sz="1000" dirty="0"/>
          </a:p>
        </p:txBody>
      </p:sp>
      <p:sp>
        <p:nvSpPr>
          <p:cNvPr id="17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24473A"/>
          </a:solidFill>
          <a:ln w="6350">
            <a:solidFill>
              <a:srgbClr val="24473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--profile debug: cli 도 함께 실행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12회차 · Compose 실전 팁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재시작은 restart, 제한은 mem_limit, 선택 실행은 profiles입니다.</a:t>
            </a:r>
            <a:endParaRPr lang="en-US" sz="1500" dirty="0"/>
          </a:p>
        </p:txBody>
      </p:sp>
      <p:sp>
        <p:nvSpPr>
          <p:cNvPr id="5" name="요약행1"/>
          <p:cNvSpPr/>
          <p:nvPr/>
        </p:nvSpPr>
        <p:spPr>
          <a:xfrm>
            <a:off x="411480" y="2468880"/>
            <a:ext cx="4297680" cy="777240"/>
          </a:xfrm>
          <a:prstGeom prst="roundRect">
            <a:avLst>
              <a:gd name="adj" fmla="val 11765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24688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restart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2834640" y="24688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재시작</a:t>
            </a:r>
            <a:endParaRPr lang="en-US" sz="1400" dirty="0"/>
          </a:p>
        </p:txBody>
      </p:sp>
      <p:sp>
        <p:nvSpPr>
          <p:cNvPr id="8" name="요약행2"/>
          <p:cNvSpPr/>
          <p:nvPr/>
        </p:nvSpPr>
        <p:spPr>
          <a:xfrm>
            <a:off x="411480" y="3429000"/>
            <a:ext cx="4297680" cy="777240"/>
          </a:xfrm>
          <a:prstGeom prst="roundRect">
            <a:avLst>
              <a:gd name="adj" fmla="val 11765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34290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mem_limit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2834640" y="34290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메모리 제한</a:t>
            </a:r>
            <a:endParaRPr lang="en-US" sz="1400" dirty="0"/>
          </a:p>
        </p:txBody>
      </p:sp>
      <p:sp>
        <p:nvSpPr>
          <p:cNvPr id="11" name="요약행3"/>
          <p:cNvSpPr/>
          <p:nvPr/>
        </p:nvSpPr>
        <p:spPr>
          <a:xfrm>
            <a:off x="411480" y="4389120"/>
            <a:ext cx="4297680" cy="777240"/>
          </a:xfrm>
          <a:prstGeom prst="roundRect">
            <a:avLst>
              <a:gd name="adj" fmla="val 11765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43891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profiles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2834640" y="43891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선택해서 실행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12회차 · Compose 실전 팁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시간에는 문제가 생겼을 때 살펴보고 정리하는 방법을 알아봅니다.</a:t>
            </a:r>
            <a:endParaRPr lang="en-US" sz="1500" dirty="0"/>
          </a:p>
        </p:txBody>
      </p:sp>
      <p:sp>
        <p:nvSpPr>
          <p:cNvPr id="5" name="화면영역"/>
          <p:cNvSpPr/>
          <p:nvPr/>
        </p:nvSpPr>
        <p:spPr>
          <a:xfrm>
            <a:off x="260604" y="2202790"/>
            <a:ext cx="4661611" cy="3556102"/>
          </a:xfrm>
          <a:prstGeom prst="roundRect">
            <a:avLst>
              <a:gd name="adj" fmla="val 5143"/>
            </a:avLst>
          </a:prstGeom>
          <a:solidFill>
            <a:srgbClr val="3B2F55"/>
          </a:solidFill>
          <a:ln w="19050">
            <a:solidFill>
              <a:srgbClr val="FF79C6"/>
            </a:solidFill>
            <a:prstDash val="solid"/>
          </a:ln>
        </p:spPr>
      </p:sp>
      <p:sp>
        <p:nvSpPr>
          <p:cNvPr id="6" name="다음회차"/>
          <p:cNvSpPr txBox="1"/>
          <p:nvPr/>
        </p:nvSpPr>
        <p:spPr>
          <a:xfrm>
            <a:off x="260604" y="2202790"/>
            <a:ext cx="4661611" cy="35561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endParaRPr lang="en-US" sz="16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13회차</a:t>
            </a:r>
            <a:endParaRPr lang="en-US" sz="1600" dirty="0"/>
          </a:p>
          <a:p>
            <a:pPr algn="ctr" indent="0" marL="0">
              <a:buNone/>
            </a:pPr>
            <a:r>
              <a:rPr lang="en-US" sz="28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문제 해결과 청소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Docker 12회차 Compose 실전 팁</dc:title>
  <dc:subject>PptxGenJS Presentation</dc:subject>
  <dc:creator>PptxGenJS</dc:creator>
  <cp:lastModifiedBy>PptxGenJS</cp:lastModifiedBy>
  <cp:revision>1</cp:revision>
  <dcterms:created xsi:type="dcterms:W3CDTF">2026-10-08T08:28:02Z</dcterms:created>
  <dcterms:modified xsi:type="dcterms:W3CDTF">2026-10-08T08:28:02Z</dcterms:modified>
</cp:coreProperties>
</file>