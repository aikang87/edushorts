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Compose로 웹서버와 데이터베이스를 함께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 앱이 방문 횟수를 데이터베이스에 저장하는 구조입니다. 서비스 두 개를 파일 하나로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서비스의 build: . 는 현재 폴더의 Dockerfile로 이미지를 만든다는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데이터베이스는 이미 만들어진 redis 이미지를 그대로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 -d 하나로 이미지를 만들고 두 서비스를 함께 실행합니다. (빌드 진행 로그와 중간 단계는 생략하고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ps로 보면 web과 db가 함께 실행 중입니다.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접속할 때마다 방문 횟수가 데이터베이스에 저장되어 늘어납니다. (터미널에서 curl 은 본문만 출력)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브라우저로 접속해도 횟수가 늘어납니다.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 코드는 데이터베이스를 서비스 이름 db로 찾아갑니다. 앞에서 배운 이름 접속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down으로 두 서비스를 한 번에 정리합니다. (중간 단계는 생략하고 Removed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build와 image로 서비스를 정하고, 이름으로 서로 찾아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설정을 다듬는 환경변수와 healthcheck를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Compose로 웹서버와 데이터베이스를 함께 실행합니다.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Compose로 웹 + DB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앱이 방문 횟수를 데이터베이스에 저장하는 구조입니다. 서비스 두 개를 파일 하나로 실행합니다.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400" dirty="0"/>
          </a:p>
        </p:txBody>
      </p:sp>
      <p:sp>
        <p:nvSpPr>
          <p:cNvPr id="7" name="컴포즈영역"/>
          <p:cNvSpPr/>
          <p:nvPr/>
        </p:nvSpPr>
        <p:spPr>
          <a:xfrm>
            <a:off x="320040" y="2926080"/>
            <a:ext cx="4480560" cy="2651760"/>
          </a:xfrm>
          <a:prstGeom prst="roundRect">
            <a:avLst>
              <a:gd name="adj" fmla="val 5172"/>
            </a:avLst>
          </a:prstGeom>
          <a:solidFill>
            <a:srgbClr val="13141C"/>
          </a:solidFill>
          <a:ln w="19050">
            <a:solidFill>
              <a:srgbClr val="FF79C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320040" y="2944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endParaRPr lang="en-US" sz="1200" dirty="0"/>
          </a:p>
        </p:txBody>
      </p:sp>
      <p:sp>
        <p:nvSpPr>
          <p:cNvPr id="9" name="web"/>
          <p:cNvSpPr/>
          <p:nvPr/>
        </p:nvSpPr>
        <p:spPr>
          <a:xfrm>
            <a:off x="548640" y="342900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429000"/>
            <a:ext cx="16459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웹 앱</a:t>
            </a:r>
            <a:endParaRPr lang="en-US" sz="1800" dirty="0"/>
          </a:p>
        </p:txBody>
      </p:sp>
      <p:sp>
        <p:nvSpPr>
          <p:cNvPr id="11" name="db"/>
          <p:cNvSpPr/>
          <p:nvPr/>
        </p:nvSpPr>
        <p:spPr>
          <a:xfrm>
            <a:off x="3154680" y="342900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3429000"/>
            <a:ext cx="16459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redis 데이터베이스</a:t>
            </a:r>
            <a:endParaRPr lang="en-US" sz="1800" dirty="0"/>
          </a:p>
        </p:txBody>
      </p:sp>
      <p:sp>
        <p:nvSpPr>
          <p:cNvPr id="13" name="저장화살표"/>
          <p:cNvSpPr/>
          <p:nvPr/>
        </p:nvSpPr>
        <p:spPr>
          <a:xfrm>
            <a:off x="2286000" y="3931920"/>
            <a:ext cx="777240" cy="411480"/>
          </a:xfrm>
          <a:prstGeom prst="rightArrow">
            <a:avLst/>
          </a:prstGeom>
          <a:solidFill>
            <a:srgbClr val="FF79C6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횟수 저장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서비스의 build: . 는 현재 폴더의 Dockerfile로 이미지를 만든다는 뜻입니다.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"8000:8000"</a:t>
            </a:r>
            <a:endParaRPr lang="en-US" sz="10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000" dirty="0"/>
          </a:p>
        </p:txBody>
      </p:sp>
      <p:sp>
        <p:nvSpPr>
          <p:cNvPr id="16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redis:alpine</a:t>
            </a:r>
            <a:endParaRPr lang="en-US" sz="1000" dirty="0"/>
          </a:p>
        </p:txBody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web: 내 Dockerfile 로 이미지 만들기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데이터베이스는 이미 만들어진 redis 이미지를 그대로 사용합니다.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"8000:8000"</a:t>
            </a:r>
            <a:endParaRPr lang="en-US" sz="1000" dirty="0"/>
          </a:p>
        </p:txBody>
      </p:sp>
      <p:sp>
        <p:nvSpPr>
          <p:cNvPr id="14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000" dirty="0"/>
          </a:p>
        </p:txBody>
      </p:sp>
      <p:sp>
        <p:nvSpPr>
          <p:cNvPr id="15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redis:alpine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368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db: 만들어진 이미지 사용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up -d 하나로 이미지를 만들고 두 서비스를 함께 실행합니다.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Image visits-web Built 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visits_default Created 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visits-db-1 Started 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visits-web-1 Started 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빌드 + 두 서비스 실행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ps로 보면 web과 db가 함께 실행 중입니다.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STATUS         PORTS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visits-db-1    Up 3 seconds   6379/tcp</a:t>
            </a:r>
            <a:endParaRPr lang="en-US" sz="1000" dirty="0"/>
          </a:p>
        </p:txBody>
      </p:sp>
      <p:sp>
        <p:nvSpPr>
          <p:cNvPr id="11" name="강조"/>
          <p:cNvSpPr/>
          <p:nvPr/>
        </p:nvSpPr>
        <p:spPr>
          <a:xfrm>
            <a:off x="459943" y="3352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visits-web-1   Up 3 seconds   0.0.0.0:8000-&gt;8000/tcp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과 db 가 함께 실행 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접속할 때마다 방문 횟수가 데이터베이스에 저장되어 늘어납니다.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localhost:8000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Visits: 1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379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localhost:8000</a:t>
            </a:r>
            <a:endParaRPr lang="en-US" sz="12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792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Visits: 2</a:t>
            </a:r>
            <a:endParaRPr lang="en-US" sz="1200" dirty="0"/>
          </a:p>
        </p:txBody>
      </p:sp>
      <p:sp>
        <p:nvSpPr>
          <p:cNvPr id="13" name="강조"/>
          <p:cNvSpPr/>
          <p:nvPr/>
        </p:nvSpPr>
        <p:spPr>
          <a:xfrm>
            <a:off x="459943" y="36700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접속할 때마다 횟수가 늘어남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브라우저로 접속해도 횟수가 늘어납니다.</a:t>
            </a:r>
            <a:endParaRPr lang="en-US" sz="1500" dirty="0"/>
          </a:p>
        </p:txBody>
      </p:sp>
      <p:sp>
        <p:nvSpPr>
          <p:cNvPr id="5" name="브라우저프레임"/>
          <p:cNvSpPr/>
          <p:nvPr/>
        </p:nvSpPr>
        <p:spPr>
          <a:xfrm>
            <a:off x="320040" y="3191408"/>
            <a:ext cx="4480560" cy="1578864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주소창영역"/>
          <p:cNvSpPr/>
          <p:nvPr/>
        </p:nvSpPr>
        <p:spPr>
          <a:xfrm>
            <a:off x="338328" y="3209696"/>
            <a:ext cx="4443984" cy="365760"/>
          </a:xfrm>
          <a:prstGeom prst="rect">
            <a:avLst/>
          </a:prstGeom>
          <a:solidFill>
            <a:srgbClr val="E8EAED"/>
          </a:solidFill>
          <a:ln w="3175">
            <a:solidFill>
              <a:srgbClr val="E8EAED"/>
            </a:solidFill>
            <a:prstDash val="solid"/>
          </a:ln>
        </p:spPr>
      </p:sp>
      <p:sp>
        <p:nvSpPr>
          <p:cNvPr id="7" name="주소창"/>
          <p:cNvSpPr/>
          <p:nvPr/>
        </p:nvSpPr>
        <p:spPr>
          <a:xfrm>
            <a:off x="457200" y="3255416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0D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255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localhost:8000</a:t>
            </a:r>
            <a:endParaRPr lang="en-US" sz="1200" dirty="0"/>
          </a:p>
        </p:txBody>
      </p:sp>
      <p:pic>
        <p:nvPicPr>
          <p:cNvPr id="9" name="Image 0" descr="localhost:8000 - Visits: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3575456"/>
            <a:ext cx="4443984" cy="1176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코드는 데이터베이스를 서비스 이름 db로 찾아갑니다. 앞에서 배운 이름 접속 방식입니다.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-n create_connection app.py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  s = socket.create_connection(("db", 6379))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3495751" y="3174797"/>
            <a:ext cx="42672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이름 db = 접속 주소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down으로 두 서비스를 한 번에 정리합니다.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visits-db-1 Removed 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visits-web-1 Removed 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visits_default Removed 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정리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build와 image로 서비스를 정하고, 이름으로 서로 찾아 연결합니다.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2468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Dockerfile 로 만들기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...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3429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만들어진 이미지 쓰기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이름 = 주소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 · Compose로 웹 + DB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설정을 다듬는 환경변수와 healthcheck를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Compose 설정 다듬기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10회차 Compose로 웹 + DB</dc:title>
  <dc:subject>PptxGenJS Presentation</dc:subject>
  <dc:creator>PptxGenJS</dc:creator>
  <cp:lastModifiedBy>PptxGenJS</cp:lastModifiedBy>
  <cp:revision>1</cp:revision>
  <dcterms:created xsi:type="dcterms:W3CDTF">2026-10-08T08:19:59Z</dcterms:created>
  <dcterms:modified xsi:type="dcterms:W3CDTF">2026-10-08T08:19:59Z</dcterms:modified>
</cp:coreProperties>
</file>