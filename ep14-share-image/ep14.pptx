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5143500" cy="9144000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이번 시간에는 내가 만든 이미지를 레지스트리에 올려서 공유하는 방법을 알아봅니다.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레지스트리는 이미지를 보관하는 저장소입니다. Docker Hub가 가장 유명합니다. 올리면 다른 컴퓨터에서 내려받아 쓸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연습을 위해 내 컴퓨터에서 작은 레지스트리를 실행합니다. Docker Hub와 같은 역할입니다. (긴 명령은 \ 로 줄바꿈해 표시, 컨테이너 ID는 앞부분만 표시)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docker tag로 이미지에 레지스트리 주소와 버전 이름을 붙입니다. 이미지 ID는 같습니다. (hello 관련 행과 일부 열만 표시)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docker push로 올립니다. 레이어가 하나씩 올라가고, 마지막에 digest가 표시됩니다. (일부 레이어 줄 생략, digest 는 앞부분만 표시)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내 컴퓨터의 이미지를 지워 보겠습니다. (이미지 ID는 앞부분만 표시)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다시 실행하면, 이미지를 레지스트리에서 내려받아 실행합니다. (긴 진행 로그 중 일부만 표시)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Docker Hub에 올릴 때는 docker login을 하고, 이미지 이름 앞에 내 ID를 붙이면 됩니다. (Docker Hub 계정이 필요해 영상 제작 환경에서는 실행하지 않은 안내 화면)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tag로 이름을 붙이고, push로 올리고, pull로 내려받습니다.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 시간에는 이미지 크기를 줄이는 멀티스테이지 빌드를 알아봅니다.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VSCODE와 Docker로 만드는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생성형AI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시간에는 내가 만든 이미지를 레지스트리에 올려서 공유하는 방법을 알아봅니다.</a:t>
            </a:r>
            <a:endParaRPr lang="en-US" sz="1500" dirty="0"/>
          </a:p>
        </p:txBody>
      </p:sp>
      <p:sp>
        <p:nvSpPr>
          <p:cNvPr id="5" name="화면영역"/>
          <p:cNvSpPr/>
          <p:nvPr/>
        </p:nvSpPr>
        <p:spPr>
          <a:xfrm>
            <a:off x="260604" y="2202790"/>
            <a:ext cx="4661611" cy="3556102"/>
          </a:xfrm>
          <a:prstGeom prst="roundRect">
            <a:avLst>
              <a:gd name="adj" fmla="val 5143"/>
            </a:avLst>
          </a:prstGeom>
          <a:solidFill>
            <a:srgbClr val="3B2F55"/>
          </a:solidFill>
          <a:ln w="19050">
            <a:solidFill>
              <a:srgbClr val="FF79C6"/>
            </a:solidFill>
            <a:prstDash val="solid"/>
          </a:ln>
        </p:spPr>
      </p:sp>
      <p:sp>
        <p:nvSpPr>
          <p:cNvPr id="6" name="회차주제"/>
          <p:cNvSpPr txBox="1"/>
          <p:nvPr/>
        </p:nvSpPr>
        <p:spPr>
          <a:xfrm>
            <a:off x="260604" y="2202790"/>
            <a:ext cx="4661611" cy="35561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14회차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내 이미지 공유하기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14회차 · 내 이미지 공유하기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레지스트리는 이미지를 보관하는 저장소입니다. Docker Hub가 가장 유명합니다. 올리면 다른 컴퓨터에서 내려받아 쓸 수 있습니다.</a:t>
            </a:r>
            <a:endParaRPr lang="en-US" sz="1500" dirty="0"/>
          </a:p>
        </p:txBody>
      </p:sp>
      <p:sp>
        <p:nvSpPr>
          <p:cNvPr id="5" name="내PC"/>
          <p:cNvSpPr/>
          <p:nvPr/>
        </p:nvSpPr>
        <p:spPr>
          <a:xfrm>
            <a:off x="320040" y="2468880"/>
            <a:ext cx="1371600" cy="1097280"/>
          </a:xfrm>
          <a:prstGeom prst="roundRect">
            <a:avLst>
              <a:gd name="adj" fmla="val 10000"/>
            </a:avLst>
          </a:prstGeom>
          <a:solidFill>
            <a:srgbClr val="3B2F55"/>
          </a:solidFill>
          <a:ln w="19050">
            <a:solidFill>
              <a:srgbClr val="FF79C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20040" y="2468880"/>
            <a:ext cx="137160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PC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 보유</a:t>
            </a:r>
            <a:endParaRPr lang="en-US" sz="1600" dirty="0"/>
          </a:p>
        </p:txBody>
      </p:sp>
      <p:sp>
        <p:nvSpPr>
          <p:cNvPr id="7" name="레지스트리"/>
          <p:cNvSpPr/>
          <p:nvPr/>
        </p:nvSpPr>
        <p:spPr>
          <a:xfrm>
            <a:off x="1783080" y="2468880"/>
            <a:ext cx="1554480" cy="1097280"/>
          </a:xfrm>
          <a:prstGeom prst="roundRect">
            <a:avLst>
              <a:gd name="adj" fmla="val 10000"/>
            </a:avLst>
          </a:prstGeom>
          <a:solidFill>
            <a:srgbClr val="13141C"/>
          </a:solidFill>
          <a:ln w="19050">
            <a:solidFill>
              <a:srgbClr val="FF79C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783080" y="2468880"/>
            <a:ext cx="155448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레지스트리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Docker Hub</a:t>
            </a:r>
            <a:endParaRPr lang="en-US" sz="1600" dirty="0"/>
          </a:p>
        </p:txBody>
      </p:sp>
      <p:sp>
        <p:nvSpPr>
          <p:cNvPr id="9" name="다른PC"/>
          <p:cNvSpPr/>
          <p:nvPr/>
        </p:nvSpPr>
        <p:spPr>
          <a:xfrm>
            <a:off x="3429000" y="2468880"/>
            <a:ext cx="1371600" cy="1097280"/>
          </a:xfrm>
          <a:prstGeom prst="roundRect">
            <a:avLst>
              <a:gd name="adj" fmla="val 10000"/>
            </a:avLst>
          </a:prstGeom>
          <a:solidFill>
            <a:srgbClr val="24473A"/>
          </a:solidFill>
          <a:ln w="19050">
            <a:solidFill>
              <a:srgbClr val="50FA7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429000" y="2468880"/>
            <a:ext cx="137160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PC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274320" y="37033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 →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3108960" y="37033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pull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320040" y="43891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번 올리면, 어디서든 내려받아 실행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14회차 · 내 이미지 공유하기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연습을 위해 내 컴퓨터에서 작은 레지스트리를 실행합니다. Docker Hub와 같은 역할입니다.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user@PC:~$ </a:t>
            </a:r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-d -p 5000:5000 \</a:t>
            </a:r>
            <a:endParaRPr lang="en-US" sz="11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839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--name registry registry:2</a:t>
            </a:r>
            <a:endParaRPr lang="en-US" sz="1100" dirty="0"/>
          </a:p>
        </p:txBody>
      </p:sp>
      <p:sp>
        <p:nvSpPr>
          <p:cNvPr id="10" name="터미널줄3"/>
          <p:cNvSpPr txBox="1"/>
          <p:nvPr/>
        </p:nvSpPr>
        <p:spPr>
          <a:xfrm>
            <a:off x="523951" y="34125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e2af1315777009d032c371b8fc7a22…</a:t>
            </a:r>
            <a:endParaRPr lang="en-US" sz="1100" dirty="0"/>
          </a:p>
        </p:txBody>
      </p:sp>
      <p:sp>
        <p:nvSpPr>
          <p:cNvPr id="11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3B2F55"/>
          </a:solidFill>
          <a:ln w="6350">
            <a:solidFill>
              <a:srgbClr val="3B2F5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연습용 레지스트리 실행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14회차 · 내 이미지 공유하기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docker tag로 이미지에 레지스트리 주소와 버전 이름을 붙입니다. 이미지 ID는 같습니다.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user@PC:~$ </a:t>
            </a:r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tag hello localhost:5000/hello:1.0</a:t>
            </a:r>
            <a:endParaRPr lang="en-US" sz="10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585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user@PC:~$ </a:t>
            </a:r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images</a:t>
            </a:r>
            <a:endParaRPr lang="en-US" sz="1000" dirty="0"/>
          </a:p>
        </p:txBody>
      </p:sp>
      <p:sp>
        <p:nvSpPr>
          <p:cNvPr id="10" name="터미널줄3"/>
          <p:cNvSpPr txBox="1"/>
          <p:nvPr/>
        </p:nvSpPr>
        <p:spPr>
          <a:xfrm>
            <a:off x="523951" y="33617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                      ID</a:t>
            </a:r>
            <a:endParaRPr lang="en-US" sz="1000" dirty="0"/>
          </a:p>
        </p:txBody>
      </p:sp>
      <p:sp>
        <p:nvSpPr>
          <p:cNvPr id="11" name="터미널줄4"/>
          <p:cNvSpPr txBox="1"/>
          <p:nvPr/>
        </p:nvSpPr>
        <p:spPr>
          <a:xfrm>
            <a:off x="523951" y="35649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hello:latest               9ebcfd30f557</a:t>
            </a:r>
            <a:endParaRPr lang="en-US" sz="1000" dirty="0"/>
          </a:p>
        </p:txBody>
      </p:sp>
      <p:sp>
        <p:nvSpPr>
          <p:cNvPr id="12" name="강조"/>
          <p:cNvSpPr/>
          <p:nvPr/>
        </p:nvSpPr>
        <p:spPr>
          <a:xfrm>
            <a:off x="459943" y="3555797"/>
            <a:ext cx="4398264" cy="221488"/>
          </a:xfrm>
          <a:prstGeom prst="roundRect">
            <a:avLst>
              <a:gd name="adj" fmla="val 20642"/>
            </a:avLst>
          </a:prstGeom>
          <a:solidFill>
            <a:srgbClr val="13141C">
              <a:alpha val="0"/>
            </a:srgbClr>
          </a:solidFill>
          <a:ln w="22225">
            <a:solidFill>
              <a:srgbClr val="FF79C6"/>
            </a:solidFill>
            <a:prstDash val="solid"/>
          </a:ln>
        </p:spPr>
      </p:sp>
      <p:sp>
        <p:nvSpPr>
          <p:cNvPr id="13" name="터미널줄5"/>
          <p:cNvSpPr txBox="1"/>
          <p:nvPr/>
        </p:nvSpPr>
        <p:spPr>
          <a:xfrm>
            <a:off x="523951" y="37681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localhost:5000/hello:1.0   9ebcfd30f557</a:t>
            </a:r>
            <a:endParaRPr lang="en-US" sz="1000" dirty="0"/>
          </a:p>
        </p:txBody>
      </p:sp>
      <p:sp>
        <p:nvSpPr>
          <p:cNvPr id="14" name="강조"/>
          <p:cNvSpPr/>
          <p:nvPr/>
        </p:nvSpPr>
        <p:spPr>
          <a:xfrm>
            <a:off x="459943" y="3758997"/>
            <a:ext cx="4398264" cy="221488"/>
          </a:xfrm>
          <a:prstGeom prst="roundRect">
            <a:avLst>
              <a:gd name="adj" fmla="val 20642"/>
            </a:avLst>
          </a:prstGeom>
          <a:solidFill>
            <a:srgbClr val="13141C">
              <a:alpha val="0"/>
            </a:srgbClr>
          </a:solidFill>
          <a:ln w="22225">
            <a:solidFill>
              <a:srgbClr val="FF79C6"/>
            </a:solidFill>
            <a:prstDash val="solid"/>
          </a:ln>
        </p:spPr>
      </p:sp>
      <p:sp>
        <p:nvSpPr>
          <p:cNvPr id="15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3B2F55"/>
          </a:solidFill>
          <a:ln w="6350">
            <a:solidFill>
              <a:srgbClr val="3B2F5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이미지에 이름이 하나 더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14회차 · 내 이미지 공유하기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docker push로 올립니다. 레이어가 하나씩 올라가고, 마지막에 digest가 표시됩니다.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user@PC:~$ </a:t>
            </a:r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push localhost:5000/hello:1.0</a:t>
            </a:r>
            <a:endParaRPr lang="en-US" sz="10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585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push refers to repository [localhost:5000/hello]</a:t>
            </a:r>
            <a:endParaRPr lang="en-US" sz="1000" dirty="0"/>
          </a:p>
        </p:txBody>
      </p:sp>
      <p:sp>
        <p:nvSpPr>
          <p:cNvPr id="10" name="터미널줄3"/>
          <p:cNvSpPr txBox="1"/>
          <p:nvPr/>
        </p:nvSpPr>
        <p:spPr>
          <a:xfrm>
            <a:off x="523951" y="33617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4b5d007d7ecf: Pushed</a:t>
            </a:r>
            <a:endParaRPr lang="en-US" sz="1000" dirty="0"/>
          </a:p>
        </p:txBody>
      </p:sp>
      <p:sp>
        <p:nvSpPr>
          <p:cNvPr id="11" name="강조"/>
          <p:cNvSpPr/>
          <p:nvPr/>
        </p:nvSpPr>
        <p:spPr>
          <a:xfrm>
            <a:off x="459943" y="3352597"/>
            <a:ext cx="4398264" cy="221488"/>
          </a:xfrm>
          <a:prstGeom prst="roundRect">
            <a:avLst>
              <a:gd name="adj" fmla="val 20642"/>
            </a:avLst>
          </a:prstGeom>
          <a:solidFill>
            <a:srgbClr val="13141C">
              <a:alpha val="0"/>
            </a:srgbClr>
          </a:solidFill>
          <a:ln w="22225">
            <a:solidFill>
              <a:srgbClr val="50FA7B"/>
            </a:solidFill>
            <a:prstDash val="solid"/>
          </a:ln>
        </p:spPr>
      </p:sp>
      <p:sp>
        <p:nvSpPr>
          <p:cNvPr id="12" name="터미널줄4"/>
          <p:cNvSpPr txBox="1"/>
          <p:nvPr/>
        </p:nvSpPr>
        <p:spPr>
          <a:xfrm>
            <a:off x="523951" y="35649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0b3045f73685: Pushed</a:t>
            </a:r>
            <a:endParaRPr lang="en-US" sz="1000" dirty="0"/>
          </a:p>
        </p:txBody>
      </p:sp>
      <p:sp>
        <p:nvSpPr>
          <p:cNvPr id="13" name="터미널줄5"/>
          <p:cNvSpPr txBox="1"/>
          <p:nvPr/>
        </p:nvSpPr>
        <p:spPr>
          <a:xfrm>
            <a:off x="523951" y="37681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44136fa355b3: Pushed</a:t>
            </a:r>
            <a:endParaRPr lang="en-US" sz="1000" dirty="0"/>
          </a:p>
        </p:txBody>
      </p:sp>
      <p:sp>
        <p:nvSpPr>
          <p:cNvPr id="14" name="터미널줄6"/>
          <p:cNvSpPr txBox="1"/>
          <p:nvPr/>
        </p:nvSpPr>
        <p:spPr>
          <a:xfrm>
            <a:off x="523951" y="39713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1.0: digest: sha256:9ebcfd30f557246453580f4a9e96f07c…</a:t>
            </a:r>
            <a:endParaRPr lang="en-US" sz="1000" dirty="0"/>
          </a:p>
        </p:txBody>
      </p:sp>
      <p:sp>
        <p:nvSpPr>
          <p:cNvPr id="15" name="강조"/>
          <p:cNvSpPr/>
          <p:nvPr/>
        </p:nvSpPr>
        <p:spPr>
          <a:xfrm>
            <a:off x="459943" y="3962197"/>
            <a:ext cx="4398264" cy="221488"/>
          </a:xfrm>
          <a:prstGeom prst="roundRect">
            <a:avLst>
              <a:gd name="adj" fmla="val 20642"/>
            </a:avLst>
          </a:prstGeom>
          <a:solidFill>
            <a:srgbClr val="13141C">
              <a:alpha val="0"/>
            </a:srgbClr>
          </a:solidFill>
          <a:ln w="22225">
            <a:solidFill>
              <a:srgbClr val="50FA7B"/>
            </a:solidFill>
            <a:prstDash val="solid"/>
          </a:ln>
        </p:spPr>
      </p:sp>
      <p:sp>
        <p:nvSpPr>
          <p:cNvPr id="16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24473A"/>
          </a:solidFill>
          <a:ln w="6350">
            <a:solidFill>
              <a:srgbClr val="24473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레지스트리에 올리기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14회차 · 내 이미지 공유하기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컴퓨터의 이미지를 지워 보겠습니다.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user@PC:~$ </a:t>
            </a:r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rmi hello localhost:5000/hello:1.0</a:t>
            </a:r>
            <a:endParaRPr lang="en-US" sz="10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585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Untagged: hello:latest</a:t>
            </a:r>
            <a:endParaRPr lang="en-US" sz="1000" dirty="0"/>
          </a:p>
        </p:txBody>
      </p:sp>
      <p:sp>
        <p:nvSpPr>
          <p:cNvPr id="10" name="터미널줄3"/>
          <p:cNvSpPr txBox="1"/>
          <p:nvPr/>
        </p:nvSpPr>
        <p:spPr>
          <a:xfrm>
            <a:off x="523951" y="33617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Untagged: localhost:5000/hello:1.0</a:t>
            </a:r>
            <a:endParaRPr lang="en-US" sz="1000" dirty="0"/>
          </a:p>
        </p:txBody>
      </p:sp>
      <p:sp>
        <p:nvSpPr>
          <p:cNvPr id="11" name="터미널줄4"/>
          <p:cNvSpPr txBox="1"/>
          <p:nvPr/>
        </p:nvSpPr>
        <p:spPr>
          <a:xfrm>
            <a:off x="523951" y="35649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Deleted: sha256:9ebcfd30f55724645358…</a:t>
            </a:r>
            <a:endParaRPr lang="en-US" sz="1000" dirty="0"/>
          </a:p>
        </p:txBody>
      </p:sp>
      <p:sp>
        <p:nvSpPr>
          <p:cNvPr id="12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3B2F55"/>
          </a:solidFill>
          <a:ln w="6350">
            <a:solidFill>
              <a:srgbClr val="3B2F5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컴퓨터에서 삭제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14회차 · 내 이미지 공유하기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 실행하면, 이미지를 레지스트리에서 내려받아 실행합니다.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user@PC:~$ </a:t>
            </a:r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--rm localhost:5000/hello:1.0</a:t>
            </a:r>
            <a:endParaRPr lang="en-US" sz="10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585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Unable to find image 'localhost:5000/hello:1.0' locally</a:t>
            </a:r>
            <a:endParaRPr lang="en-US" sz="1000" dirty="0"/>
          </a:p>
        </p:txBody>
      </p:sp>
      <p:sp>
        <p:nvSpPr>
          <p:cNvPr id="10" name="터미널줄3"/>
          <p:cNvSpPr txBox="1"/>
          <p:nvPr/>
        </p:nvSpPr>
        <p:spPr>
          <a:xfrm>
            <a:off x="523951" y="33617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1.0: Pulling from hello</a:t>
            </a:r>
            <a:endParaRPr lang="en-US" sz="1000" dirty="0"/>
          </a:p>
        </p:txBody>
      </p:sp>
      <p:sp>
        <p:nvSpPr>
          <p:cNvPr id="11" name="강조"/>
          <p:cNvSpPr/>
          <p:nvPr/>
        </p:nvSpPr>
        <p:spPr>
          <a:xfrm>
            <a:off x="459943" y="3352597"/>
            <a:ext cx="4398264" cy="221488"/>
          </a:xfrm>
          <a:prstGeom prst="roundRect">
            <a:avLst>
              <a:gd name="adj" fmla="val 20642"/>
            </a:avLst>
          </a:prstGeom>
          <a:solidFill>
            <a:srgbClr val="13141C">
              <a:alpha val="0"/>
            </a:srgbClr>
          </a:solidFill>
          <a:ln w="22225">
            <a:solidFill>
              <a:srgbClr val="50FA7B"/>
            </a:solidFill>
            <a:prstDash val="solid"/>
          </a:ln>
        </p:spPr>
      </p:sp>
      <p:sp>
        <p:nvSpPr>
          <p:cNvPr id="12" name="터미널줄4"/>
          <p:cNvSpPr txBox="1"/>
          <p:nvPr/>
        </p:nvSpPr>
        <p:spPr>
          <a:xfrm>
            <a:off x="523951" y="35649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000" dirty="0"/>
          </a:p>
        </p:txBody>
      </p:sp>
      <p:sp>
        <p:nvSpPr>
          <p:cNvPr id="13" name="터미널줄5"/>
          <p:cNvSpPr txBox="1"/>
          <p:nvPr/>
        </p:nvSpPr>
        <p:spPr>
          <a:xfrm>
            <a:off x="523951" y="37681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Status: Downloaded newer image for localhost:5000/he…</a:t>
            </a:r>
            <a:endParaRPr lang="en-US" sz="1000" dirty="0"/>
          </a:p>
        </p:txBody>
      </p:sp>
      <p:sp>
        <p:nvSpPr>
          <p:cNvPr id="14" name="터미널줄6"/>
          <p:cNvSpPr txBox="1"/>
          <p:nvPr/>
        </p:nvSpPr>
        <p:spPr>
          <a:xfrm>
            <a:off x="523951" y="39713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 Dockerfile</a:t>
            </a:r>
            <a:endParaRPr lang="en-US" sz="1000" dirty="0"/>
          </a:p>
        </p:txBody>
      </p:sp>
      <p:sp>
        <p:nvSpPr>
          <p:cNvPr id="15" name="강조"/>
          <p:cNvSpPr/>
          <p:nvPr/>
        </p:nvSpPr>
        <p:spPr>
          <a:xfrm>
            <a:off x="459943" y="3962197"/>
            <a:ext cx="4398264" cy="221488"/>
          </a:xfrm>
          <a:prstGeom prst="roundRect">
            <a:avLst>
              <a:gd name="adj" fmla="val 20642"/>
            </a:avLst>
          </a:prstGeom>
          <a:solidFill>
            <a:srgbClr val="13141C">
              <a:alpha val="0"/>
            </a:srgbClr>
          </a:solidFill>
          <a:ln w="22225">
            <a:solidFill>
              <a:srgbClr val="50FA7B"/>
            </a:solidFill>
            <a:prstDash val="solid"/>
          </a:ln>
        </p:spPr>
      </p:sp>
      <p:sp>
        <p:nvSpPr>
          <p:cNvPr id="16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24473A"/>
          </a:solidFill>
          <a:ln w="6350">
            <a:solidFill>
              <a:srgbClr val="24473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레지스트리에서 내려받아 실행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14회차 · 내 이미지 공유하기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Docker Hub에 올릴 때는 docker login을 하고, 이미지 이름 앞에 내 ID를 붙이면 됩니다.</a:t>
            </a:r>
            <a:endParaRPr lang="en-US" sz="1500" dirty="0"/>
          </a:p>
        </p:txBody>
      </p:sp>
      <p:sp>
        <p:nvSpPr>
          <p:cNvPr id="5" name="허브카드"/>
          <p:cNvSpPr/>
          <p:nvPr/>
        </p:nvSpPr>
        <p:spPr>
          <a:xfrm>
            <a:off x="320040" y="2377440"/>
            <a:ext cx="4480560" cy="2651760"/>
          </a:xfrm>
          <a:prstGeom prst="roundRect">
            <a:avLst>
              <a:gd name="adj" fmla="val 4138"/>
            </a:avLst>
          </a:prstGeom>
          <a:solidFill>
            <a:srgbClr val="13141C"/>
          </a:solidFill>
          <a:ln w="12700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20040" y="24688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Docker Hub 에 올릴 때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0175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login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4747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tag hello 내아이디/hello:1.0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9319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push 내아이디/hello:1.0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320040" y="45262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주소(localhost:5000) 대신 내 아이디를 붙입니다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14회차 · 내 이미지 공유하기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tag로 이름을 붙이고, push로 올리고, pull로 내려받습니다.</a:t>
            </a:r>
            <a:endParaRPr lang="en-US" sz="1500" dirty="0"/>
          </a:p>
        </p:txBody>
      </p:sp>
      <p:sp>
        <p:nvSpPr>
          <p:cNvPr id="5" name="요약행1"/>
          <p:cNvSpPr/>
          <p:nvPr/>
        </p:nvSpPr>
        <p:spPr>
          <a:xfrm>
            <a:off x="411480" y="2468880"/>
            <a:ext cx="4297680" cy="777240"/>
          </a:xfrm>
          <a:prstGeom prst="roundRect">
            <a:avLst>
              <a:gd name="adj" fmla="val 11765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4688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tag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2834640" y="24688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붙이기</a:t>
            </a:r>
            <a:endParaRPr lang="en-US" sz="1400" dirty="0"/>
          </a:p>
        </p:txBody>
      </p:sp>
      <p:sp>
        <p:nvSpPr>
          <p:cNvPr id="8" name="요약행2"/>
          <p:cNvSpPr/>
          <p:nvPr/>
        </p:nvSpPr>
        <p:spPr>
          <a:xfrm>
            <a:off x="411480" y="3429000"/>
            <a:ext cx="4297680" cy="777240"/>
          </a:xfrm>
          <a:prstGeom prst="roundRect">
            <a:avLst>
              <a:gd name="adj" fmla="val 11765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34290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push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2834640" y="34290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올리기</a:t>
            </a:r>
            <a:endParaRPr lang="en-US" sz="1400" dirty="0"/>
          </a:p>
        </p:txBody>
      </p:sp>
      <p:sp>
        <p:nvSpPr>
          <p:cNvPr id="11" name="요약행3"/>
          <p:cNvSpPr/>
          <p:nvPr/>
        </p:nvSpPr>
        <p:spPr>
          <a:xfrm>
            <a:off x="411480" y="4389120"/>
            <a:ext cx="4297680" cy="777240"/>
          </a:xfrm>
          <a:prstGeom prst="roundRect">
            <a:avLst>
              <a:gd name="adj" fmla="val 11765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43891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pull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2834640" y="43891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내려받기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14회차 · 내 이미지 공유하기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시간에는 이미지 크기를 줄이는 멀티스테이지 빌드를 알아봅니다.</a:t>
            </a:r>
            <a:endParaRPr lang="en-US" sz="1500" dirty="0"/>
          </a:p>
        </p:txBody>
      </p:sp>
      <p:sp>
        <p:nvSpPr>
          <p:cNvPr id="5" name="화면영역"/>
          <p:cNvSpPr/>
          <p:nvPr/>
        </p:nvSpPr>
        <p:spPr>
          <a:xfrm>
            <a:off x="260604" y="2202790"/>
            <a:ext cx="4661611" cy="3556102"/>
          </a:xfrm>
          <a:prstGeom prst="roundRect">
            <a:avLst>
              <a:gd name="adj" fmla="val 5143"/>
            </a:avLst>
          </a:prstGeom>
          <a:solidFill>
            <a:srgbClr val="3B2F55"/>
          </a:solidFill>
          <a:ln w="19050">
            <a:solidFill>
              <a:srgbClr val="FF79C6"/>
            </a:solidFill>
            <a:prstDash val="solid"/>
          </a:ln>
        </p:spPr>
      </p:sp>
      <p:sp>
        <p:nvSpPr>
          <p:cNvPr id="6" name="다음회차"/>
          <p:cNvSpPr txBox="1"/>
          <p:nvPr/>
        </p:nvSpPr>
        <p:spPr>
          <a:xfrm>
            <a:off x="260604" y="2202790"/>
            <a:ext cx="4661611" cy="35561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endParaRPr lang="en-US" sz="16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15회차</a:t>
            </a:r>
            <a:endParaRPr lang="en-US" sz="1600" dirty="0"/>
          </a:p>
          <a:p>
            <a:pPr algn="ctr" indent="0" marL="0">
              <a:buNone/>
            </a:pPr>
            <a:r>
              <a:rPr lang="en-US" sz="28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이미지 다이어트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 14회차 내 이미지 공유하기</dc:title>
  <dc:subject>PptxGenJS Presentation</dc:subject>
  <dc:creator>PptxGenJS</dc:creator>
  <cp:lastModifiedBy>PptxGenJS</cp:lastModifiedBy>
  <cp:revision>1</cp:revision>
  <dcterms:created xsi:type="dcterms:W3CDTF">2026-10-08T08:41:41Z</dcterms:created>
  <dcterms:modified xsi:type="dcterms:W3CDTF">2026-10-08T08:41:41Z</dcterms:modified>
</cp:coreProperties>
</file>