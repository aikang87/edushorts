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이미지 크기를 크게 줄이는 멀티스테이지 빌드를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프로그램을 만들 때는 컴파일러가 필요하지만, 실행할 때는 결과물 하나면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간단한 Go 프로그램입니다. 컴파일하면 실행 파일 하나가 만들어집니다.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한 단계로 만든 Dockerfile입니다. 컴파일러가 들어 있는 이미지에서 그대로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build하면 컴파일러까지 이미지에 그대로 남습니다. 실행에는 필요 없는 것들입니다. (긴 명령은 \ 로 줄바꿈해 표시, 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멀티스테이지는 FROM을 두 번 씁니다. 첫 단계에서 컴파일하고, COPY --from으로 결과물만 가져옵니다. (빈 줄은 생략하고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build하고 실행하면 결과는 똑같습니다. (긴 빌드 로그 중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크기를 비교하면 387MB가 16MB로 줄었습니다. 작은 이미지는 올리고 내려받는 시간도 줄어듭니다. (hello 이미지 행과 일부 열만 표시, 크기는 환경에 따라 조금 다를 수 있음)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단계와 실행 단계를 나누면, 실행 이미지는 작고 안전해집니다.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Docker를 편하게 쓰는 VSCode를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이미지 크기를 크게 줄이는 멀티스테이지 빌드를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이미지 다이어트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만들 때는 컴파일러가 필요하지만, 실행할 때는 결과물 하나면 충분합니다.</a:t>
            </a:r>
            <a:endParaRPr lang="en-US" sz="1500" dirty="0"/>
          </a:p>
        </p:txBody>
      </p:sp>
      <p:sp>
        <p:nvSpPr>
          <p:cNvPr id="5" name="빌드단계"/>
          <p:cNvSpPr/>
          <p:nvPr/>
        </p:nvSpPr>
        <p:spPr>
          <a:xfrm>
            <a:off x="82296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331720"/>
            <a:ext cx="34747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golang 이미지 (컴파일러 포함, 큼)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결과물 hello 만 복사</a:t>
            </a:r>
            <a:endParaRPr lang="en-US" sz="1300" dirty="0"/>
          </a:p>
        </p:txBody>
      </p:sp>
      <p:sp>
        <p:nvSpPr>
          <p:cNvPr id="8" name="실행단계"/>
          <p:cNvSpPr/>
          <p:nvPr/>
        </p:nvSpPr>
        <p:spPr>
          <a:xfrm>
            <a:off x="822960" y="37033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alpine 이미지 (작음)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Go 프로그램입니다. 컴파일하면 실행 파일 하나가 만들어집니다.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main.go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main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"fmt"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main() {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fmt.Println("Hello from Go!")</a:t>
            </a:r>
            <a:endParaRPr lang="en-US" sz="1000" dirty="0"/>
          </a:p>
        </p:txBody>
      </p:sp>
      <p:sp>
        <p:nvSpPr>
          <p:cNvPr id="15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Go 프로그램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한 단계로 만든 Dockerfile입니다. 컴파일러가 들어 있는 이미지에서 그대로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Dockerfile.single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golang:1.22-alpine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main.go .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go build -o hello main.go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["./hello"]</a:t>
            </a:r>
            <a:endParaRPr lang="en-US" sz="11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단계: 컴파일러가 그대로 남음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build하면 컴파일러까지 이미지에 그대로 남습니다. 실행에는 필요 없는 것들입니다.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Dockerfile.single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hello-single .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 [1/4] FROM docker.io/library/golang:1.22-alpine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 [4/4] RUN go build -o hello main.go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 naming to docker.io/library/hello-single:latest…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컴파일러까지 이미지에 포함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멀티스테이지는 FROM을 두 번 씁니다. 첫 단계에서 컴파일하고, COPY --from으로 결과물만 가져옵니다.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golang:1.22-alpine AS build</a:t>
            </a:r>
            <a:endParaRPr lang="en-US" sz="1000" dirty="0"/>
          </a:p>
        </p:txBody>
      </p:sp>
      <p:sp>
        <p:nvSpPr>
          <p:cNvPr id="10" name="강조"/>
          <p:cNvSpPr/>
          <p:nvPr/>
        </p:nvSpPr>
        <p:spPr>
          <a:xfrm>
            <a:off x="459943" y="3149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main.go .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go build -o hello main.go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/src/hello /hello</a:t>
            </a:r>
            <a:endParaRPr lang="en-US" sz="1000" dirty="0"/>
          </a:p>
        </p:txBody>
      </p:sp>
      <p:sp>
        <p:nvSpPr>
          <p:cNvPr id="17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8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["/hello"]</a:t>
            </a:r>
            <a:endParaRPr lang="en-US" sz="1000" dirty="0"/>
          </a:p>
        </p:txBody>
      </p:sp>
      <p:sp>
        <p:nvSpPr>
          <p:cNvPr id="19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멀티스테이지: FROM 두 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build하고 실행하면 결과는 똑같습니다.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hello-multi .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 [build 4/4] RUN go build -o hello main.go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 [stage-1 2/2] COPY --from=build /src/hello /he…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hello-multi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from Go!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후 실행: 결과는 같음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비교하면 387MB가 16MB로 줄었습니다. 작은 이미지는 올리고 내려받는 시간도 줄어듭니다.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user@PC:~/gohello$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       DISK USAGE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hello-multi:latest    16MB</a:t>
            </a:r>
            <a:endParaRPr lang="en-US" sz="1200" dirty="0"/>
          </a:p>
        </p:txBody>
      </p:sp>
      <p:sp>
        <p:nvSpPr>
          <p:cNvPr id="11" name="강조"/>
          <p:cNvSpPr/>
          <p:nvPr/>
        </p:nvSpPr>
        <p:spPr>
          <a:xfrm>
            <a:off x="459943" y="34287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792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hello-single:latest   387MB</a:t>
            </a:r>
            <a:endParaRPr lang="en-US" sz="1200" dirty="0"/>
          </a:p>
        </p:txBody>
      </p:sp>
      <p:sp>
        <p:nvSpPr>
          <p:cNvPr id="13" name="강조"/>
          <p:cNvSpPr/>
          <p:nvPr/>
        </p:nvSpPr>
        <p:spPr>
          <a:xfrm>
            <a:off x="459943" y="36700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비교: 387MB → 16MB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단계와 실행 단계를 나누면, 실행 이미지는 작고 안전해집니다.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... AS build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단계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단계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4389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결과물만 복사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 · 이미지 다이어트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Docker를 편하게 쓰는 VSCode를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 설치와 확장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15회차 이미지 다이어트</dc:title>
  <dc:subject>PptxGenJS Presentation</dc:subject>
  <dc:creator>PptxGenJS</dc:creator>
  <cp:lastModifiedBy>PptxGenJS</cp:lastModifiedBy>
  <cp:revision>1</cp:revision>
  <dcterms:created xsi:type="dcterms:W3CDTF">2026-10-08T08:43:38Z</dcterms:created>
  <dcterms:modified xsi:type="dcterms:W3CDTF">2026-10-08T08:43:38Z</dcterms:modified>
</cp:coreProperties>
</file>