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시간에는 Compose 설정을 다듬는 방법을 알아봅니다. .env 파일, healthcheck, depends_on입니다.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시간에 만든 웹과 db 프로젝트에 세 가지 설정을 더해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포트 번호처럼 바뀔 수 있는 값은 .env 파일에 적고, compose.yaml에서는 변수 이름으로 가져옵니다.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healthcheck는 서비스가 정상인지 주기적으로 검사하는 명령입니다. redis는 ping에 응답하면 정상입니다. (compose.yaml 의 db 부분만 표시, 생략한 줄은 ... 로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depends_on에 service_healthy를 적으면, db가 정상이 된 뒤에 web을 시작합니다. (compose.yaml 의 web 부분만 표시, 생략한 줄은 ... 로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up -d를 실행하면 db가 Healthy 상태가 된 뒤에 web이 시작됩니다. 정상이 될 때까지 기다리므로 연결 오류를 줄일 수 있습니다. (중간 단계는 생략하고 핵심 줄만 표시)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compose ps에서 db 상태에 healthy가 표시됩니다. (일부 열 생략)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.env에 적은 8080 포트로 접속합니다. (터미널에서 curl 은 본문만 출력)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.env는 값 분리, healthcheck는 상태 검사, depends_on은 시작 순서입니다.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시간에는 restart와 리소스 제한, profiles를 알아봅니다.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VSCODE와 Docker로 만드는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생성형AI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시간에는 Compose 설정을 다듬는 방법을 알아봅니다. .env 파일, healthcheck, depends_on입니다.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회차주제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Compose 설정 다듬기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만든 웹과 db 프로젝트에 세 가지 설정을 더해 봅니다.</a:t>
            </a:r>
            <a:endParaRPr lang="en-US" sz="1500" dirty="0"/>
          </a:p>
        </p:txBody>
      </p:sp>
      <p:sp>
        <p:nvSpPr>
          <p:cNvPr id="5" name="설정카드1"/>
          <p:cNvSpPr/>
          <p:nvPr/>
        </p:nvSpPr>
        <p:spPr>
          <a:xfrm>
            <a:off x="411480" y="2377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11480" y="2377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파일로 분리</a:t>
            </a:r>
            <a:endParaRPr lang="en-US" sz="1700" dirty="0"/>
          </a:p>
        </p:txBody>
      </p:sp>
      <p:sp>
        <p:nvSpPr>
          <p:cNvPr id="7" name="설정카드2"/>
          <p:cNvSpPr/>
          <p:nvPr/>
        </p:nvSpPr>
        <p:spPr>
          <a:xfrm>
            <a:off x="411480" y="3520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24473A"/>
          </a:solidFill>
          <a:ln w="19050">
            <a:solidFill>
              <a:srgbClr val="50FA7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3520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서비스가 정상인지 검사</a:t>
            </a:r>
            <a:endParaRPr lang="en-US" sz="1700" dirty="0"/>
          </a:p>
        </p:txBody>
      </p:sp>
      <p:sp>
        <p:nvSpPr>
          <p:cNvPr id="9" name="설정카드3"/>
          <p:cNvSpPr/>
          <p:nvPr/>
        </p:nvSpPr>
        <p:spPr>
          <a:xfrm>
            <a:off x="411480" y="4663440"/>
            <a:ext cx="4297680" cy="960120"/>
          </a:xfrm>
          <a:prstGeom prst="roundRect">
            <a:avLst>
              <a:gd name="adj" fmla="val 11429"/>
            </a:avLst>
          </a:prstGeom>
          <a:solidFill>
            <a:srgbClr val="13141C"/>
          </a:solidFill>
          <a:ln w="19050">
            <a:solidFill>
              <a:srgbClr val="393B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4663440"/>
            <a:ext cx="429768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순서 정하기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포트 번호처럼 바뀔 수 있는 값은 .env 파일에 적고, compose.yaml에서는 변수 이름으로 가져옵니다.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.env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WEB_PORT=8080</a:t>
            </a:r>
            <a:endParaRPr lang="en-US" sz="1100" dirty="0"/>
          </a:p>
        </p:txBody>
      </p:sp>
      <p:sp>
        <p:nvSpPr>
          <p:cNvPr id="10" name="강조"/>
          <p:cNvSpPr/>
          <p:nvPr/>
        </p:nvSpPr>
        <p:spPr>
          <a:xfrm>
            <a:off x="459943" y="31747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1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WEB_PORT compose.yaml</a:t>
            </a:r>
            <a:endParaRPr lang="en-US" sz="1100" dirty="0"/>
          </a:p>
        </p:txBody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"${WEB_PORT}:8000"</a:t>
            </a:r>
            <a:endParaRPr lang="en-US" sz="1100" dirty="0"/>
          </a:p>
        </p:txBody>
      </p:sp>
      <p:sp>
        <p:nvSpPr>
          <p:cNvPr id="13" name="강조열"/>
          <p:cNvSpPr/>
          <p:nvPr/>
        </p:nvSpPr>
        <p:spPr>
          <a:xfrm>
            <a:off x="1232611" y="3631997"/>
            <a:ext cx="101346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의 값을 compose.yaml 에서 사용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healthcheck는 서비스가 정상인지 주기적으로 검사하는 명령입니다. redis는 ping에 응답하면 정상입니다.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0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58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361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0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5649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redis:alpine</a:t>
            </a:r>
            <a:endParaRPr lang="en-US" sz="1000" dirty="0"/>
          </a:p>
        </p:txBody>
      </p:sp>
      <p:sp>
        <p:nvSpPr>
          <p:cNvPr id="12" name="터미널줄5"/>
          <p:cNvSpPr txBox="1"/>
          <p:nvPr/>
        </p:nvSpPr>
        <p:spPr>
          <a:xfrm>
            <a:off x="523951" y="37681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healthcheck:</a:t>
            </a:r>
            <a:endParaRPr lang="en-US" sz="1000" dirty="0"/>
          </a:p>
        </p:txBody>
      </p:sp>
      <p:sp>
        <p:nvSpPr>
          <p:cNvPr id="13" name="강조"/>
          <p:cNvSpPr/>
          <p:nvPr/>
        </p:nvSpPr>
        <p:spPr>
          <a:xfrm>
            <a:off x="459943" y="37589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4" name="터미널줄6"/>
          <p:cNvSpPr txBox="1"/>
          <p:nvPr/>
        </p:nvSpPr>
        <p:spPr>
          <a:xfrm>
            <a:off x="523951" y="39713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test: ["CMD", "redis-cli", "ping"]</a:t>
            </a:r>
            <a:endParaRPr lang="en-US" sz="1000" dirty="0"/>
          </a:p>
        </p:txBody>
      </p:sp>
      <p:sp>
        <p:nvSpPr>
          <p:cNvPr id="15" name="강조"/>
          <p:cNvSpPr/>
          <p:nvPr/>
        </p:nvSpPr>
        <p:spPr>
          <a:xfrm>
            <a:off x="459943" y="3962197"/>
            <a:ext cx="4398264" cy="221488"/>
          </a:xfrm>
          <a:prstGeom prst="roundRect">
            <a:avLst>
              <a:gd name="adj" fmla="val 20642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6" name="터미널줄7"/>
          <p:cNvSpPr txBox="1"/>
          <p:nvPr/>
        </p:nvSpPr>
        <p:spPr>
          <a:xfrm>
            <a:off x="523951" y="41745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interval: 2s</a:t>
            </a:r>
            <a:endParaRPr lang="en-US" sz="1000" dirty="0"/>
          </a:p>
        </p:txBody>
      </p:sp>
      <p:sp>
        <p:nvSpPr>
          <p:cNvPr id="17" name="터미널줄8"/>
          <p:cNvSpPr txBox="1"/>
          <p:nvPr/>
        </p:nvSpPr>
        <p:spPr>
          <a:xfrm>
            <a:off x="523951" y="4377741"/>
            <a:ext cx="427024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18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healthcheck: 정상인지 검사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depends_on에 service_healthy를 적으면, db가 정상이 된 뒤에 web을 시작합니다.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compose.yaml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web: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db: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5" name="터미널줄6"/>
          <p:cNvSpPr txBox="1"/>
          <p:nvPr/>
        </p:nvSpPr>
        <p:spPr>
          <a:xfrm>
            <a:off x="523951" y="4098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service_healthy</a:t>
            </a:r>
            <a:endParaRPr lang="en-US" sz="1100" dirty="0"/>
          </a:p>
        </p:txBody>
      </p:sp>
      <p:sp>
        <p:nvSpPr>
          <p:cNvPr id="16" name="강조"/>
          <p:cNvSpPr/>
          <p:nvPr/>
        </p:nvSpPr>
        <p:spPr>
          <a:xfrm>
            <a:off x="459943" y="40891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FF79C6"/>
            </a:solidFill>
            <a:prstDash val="solid"/>
          </a:ln>
        </p:spPr>
      </p:sp>
      <p:sp>
        <p:nvSpPr>
          <p:cNvPr id="17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3B2F55"/>
          </a:solidFill>
          <a:ln w="6350">
            <a:solidFill>
              <a:srgbClr val="3B2F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depends_on: db 가 정상이 된 뒤 시작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up -d를 실행하면 db가 Healthy 상태가 된 뒤에 web이 시작됩니다. 정상이 될 때까지 기다리므로 연결 오류를 줄일 수 있습니다.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visits-db-1 Started 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visits-db-1 Waiting </a:t>
            </a:r>
            <a:endParaRPr lang="en-US" sz="1100" dirty="0"/>
          </a:p>
        </p:txBody>
      </p:sp>
      <p:sp>
        <p:nvSpPr>
          <p:cNvPr id="11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visits-db-1 Healthy </a:t>
            </a:r>
            <a:endParaRPr lang="en-US" sz="1100" dirty="0"/>
          </a:p>
        </p:txBody>
      </p:sp>
      <p:sp>
        <p:nvSpPr>
          <p:cNvPr id="12" name="강조"/>
          <p:cNvSpPr/>
          <p:nvPr/>
        </p:nvSpPr>
        <p:spPr>
          <a:xfrm>
            <a:off x="459943" y="36319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3" name="터미널줄5"/>
          <p:cNvSpPr txBox="1"/>
          <p:nvPr/>
        </p:nvSpPr>
        <p:spPr>
          <a:xfrm>
            <a:off x="523951" y="38697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Container visits-web-1 Started </a:t>
            </a:r>
            <a:endParaRPr lang="en-US" sz="1100" dirty="0"/>
          </a:p>
        </p:txBody>
      </p:sp>
      <p:sp>
        <p:nvSpPr>
          <p:cNvPr id="14" name="강조"/>
          <p:cNvSpPr/>
          <p:nvPr/>
        </p:nvSpPr>
        <p:spPr>
          <a:xfrm>
            <a:off x="459943" y="3860597"/>
            <a:ext cx="4398264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5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Healthy → web 시작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docker compose ps에서 db 상태에 healthy가 표시됩니다.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1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839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STATUS</a:t>
            </a:r>
            <a:endParaRPr lang="en-US" sz="1100" dirty="0"/>
          </a:p>
        </p:txBody>
      </p:sp>
      <p:sp>
        <p:nvSpPr>
          <p:cNvPr id="10" name="터미널줄3"/>
          <p:cNvSpPr txBox="1"/>
          <p:nvPr/>
        </p:nvSpPr>
        <p:spPr>
          <a:xfrm>
            <a:off x="523951" y="34125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visits-db-1    Up 5 seconds (healthy)</a:t>
            </a:r>
            <a:endParaRPr lang="en-US" sz="1100" dirty="0"/>
          </a:p>
        </p:txBody>
      </p:sp>
      <p:sp>
        <p:nvSpPr>
          <p:cNvPr id="11" name="강조열"/>
          <p:cNvSpPr/>
          <p:nvPr/>
        </p:nvSpPr>
        <p:spPr>
          <a:xfrm>
            <a:off x="2825191" y="3403397"/>
            <a:ext cx="845820" cy="246888"/>
          </a:xfrm>
          <a:prstGeom prst="roundRect">
            <a:avLst>
              <a:gd name="adj" fmla="val 18519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2" name="터미널줄4"/>
          <p:cNvSpPr txBox="1"/>
          <p:nvPr/>
        </p:nvSpPr>
        <p:spPr>
          <a:xfrm>
            <a:off x="523951" y="3641141"/>
            <a:ext cx="427024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visits-web-1   Up 3 seconds</a:t>
            </a:r>
            <a:endParaRPr lang="en-US" sz="1100" dirty="0"/>
          </a:p>
        </p:txBody>
      </p:sp>
      <p:sp>
        <p:nvSpPr>
          <p:cNvPr id="13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STATUS: healthy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.env에 적은 8080 포트로 접속합니다.</a:t>
            </a:r>
            <a:endParaRPr lang="en-US" sz="1500" dirty="0"/>
          </a:p>
        </p:txBody>
      </p:sp>
      <p:sp>
        <p:nvSpPr>
          <p:cNvPr id="5" name="터미널탭"/>
          <p:cNvSpPr/>
          <p:nvPr/>
        </p:nvSpPr>
        <p:spPr>
          <a:xfrm>
            <a:off x="395935" y="2404872"/>
            <a:ext cx="1542593" cy="319126"/>
          </a:xfrm>
          <a:prstGeom prst="roundRect">
            <a:avLst>
              <a:gd name="adj" fmla="val 17192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95935" y="2404872"/>
            <a:ext cx="1542593" cy="319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25" dirty="0"/>
          </a:p>
        </p:txBody>
      </p:sp>
      <p:sp>
        <p:nvSpPr>
          <p:cNvPr id="7" name="터미널박스"/>
          <p:cNvSpPr/>
          <p:nvPr/>
        </p:nvSpPr>
        <p:spPr>
          <a:xfrm>
            <a:off x="395935" y="2827325"/>
            <a:ext cx="4526280" cy="2124151"/>
          </a:xfrm>
          <a:prstGeom prst="roundRect">
            <a:avLst>
              <a:gd name="adj" fmla="val 3444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8" name="터미널줄1"/>
          <p:cNvSpPr txBox="1"/>
          <p:nvPr/>
        </p:nvSpPr>
        <p:spPr>
          <a:xfrm>
            <a:off x="523951" y="29553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FA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user@PC:~/visits$ </a:t>
            </a:r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localhost:8080</a:t>
            </a:r>
            <a:endParaRPr lang="en-US" sz="1200" dirty="0"/>
          </a:p>
        </p:txBody>
      </p:sp>
      <p:sp>
        <p:nvSpPr>
          <p:cNvPr id="9" name="터미널줄2"/>
          <p:cNvSpPr txBox="1"/>
          <p:nvPr/>
        </p:nvSpPr>
        <p:spPr>
          <a:xfrm>
            <a:off x="523951" y="3196641"/>
            <a:ext cx="4270248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Visits: 1</a:t>
            </a:r>
            <a:endParaRPr lang="en-US" sz="1200" dirty="0"/>
          </a:p>
        </p:txBody>
      </p:sp>
      <p:sp>
        <p:nvSpPr>
          <p:cNvPr id="10" name="강조"/>
          <p:cNvSpPr/>
          <p:nvPr/>
        </p:nvSpPr>
        <p:spPr>
          <a:xfrm>
            <a:off x="459943" y="3187497"/>
            <a:ext cx="4398264" cy="259588"/>
          </a:xfrm>
          <a:prstGeom prst="roundRect">
            <a:avLst>
              <a:gd name="adj" fmla="val 17613"/>
            </a:avLst>
          </a:prstGeom>
          <a:solidFill>
            <a:srgbClr val="13141C">
              <a:alpha val="0"/>
            </a:srgbClr>
          </a:solidFill>
          <a:ln w="22225">
            <a:solidFill>
              <a:srgbClr val="50FA7B"/>
            </a:solidFill>
            <a:prstDash val="solid"/>
          </a:ln>
        </p:spPr>
      </p:sp>
      <p:sp>
        <p:nvSpPr>
          <p:cNvPr id="11" name="설명라벨"/>
          <p:cNvSpPr/>
          <p:nvPr/>
        </p:nvSpPr>
        <p:spPr>
          <a:xfrm>
            <a:off x="395935" y="5157216"/>
            <a:ext cx="4526280" cy="384048"/>
          </a:xfrm>
          <a:prstGeom prst="roundRect">
            <a:avLst>
              <a:gd name="adj" fmla="val 14286"/>
            </a:avLst>
          </a:prstGeom>
          <a:solidFill>
            <a:srgbClr val="24473A"/>
          </a:solidFill>
          <a:ln w="6350">
            <a:solidFill>
              <a:srgbClr val="2447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5935" y="515721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에 적은 포트: 8080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.env는 값 분리, healthcheck는 상태 검사, depends_on은 시작 순서입니다.</a:t>
            </a:r>
            <a:endParaRPr lang="en-US" sz="1500" dirty="0"/>
          </a:p>
        </p:txBody>
      </p:sp>
      <p:sp>
        <p:nvSpPr>
          <p:cNvPr id="5" name="요약행1"/>
          <p:cNvSpPr/>
          <p:nvPr/>
        </p:nvSpPr>
        <p:spPr>
          <a:xfrm>
            <a:off x="411480" y="24688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834640" y="24688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분리</a:t>
            </a:r>
            <a:endParaRPr lang="en-US" sz="1400" dirty="0"/>
          </a:p>
        </p:txBody>
      </p:sp>
      <p:sp>
        <p:nvSpPr>
          <p:cNvPr id="8" name="요약행2"/>
          <p:cNvSpPr/>
          <p:nvPr/>
        </p:nvSpPr>
        <p:spPr>
          <a:xfrm>
            <a:off x="411480" y="342900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834640" y="342900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검사</a:t>
            </a:r>
            <a:endParaRPr lang="en-US" sz="1400" dirty="0"/>
          </a:p>
        </p:txBody>
      </p:sp>
      <p:sp>
        <p:nvSpPr>
          <p:cNvPr id="11" name="요약행3"/>
          <p:cNvSpPr/>
          <p:nvPr/>
        </p:nvSpPr>
        <p:spPr>
          <a:xfrm>
            <a:off x="411480" y="438912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13141C"/>
          </a:solidFill>
          <a:ln w="9525">
            <a:solidFill>
              <a:srgbClr val="393B4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4389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depends_on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834640" y="4389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순서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이틀"/>
          <p:cNvSpPr txBox="1"/>
          <p:nvPr/>
        </p:nvSpPr>
        <p:spPr>
          <a:xfrm>
            <a:off x="209398" y="1158545"/>
            <a:ext cx="4663440" cy="83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11회차 · Compose 설정 다듬기</a:t>
            </a:r>
            <a:endParaRPr lang="en-US" sz="2400" dirty="0"/>
          </a:p>
        </p:txBody>
      </p:sp>
      <p:sp>
        <p:nvSpPr>
          <p:cNvPr id="3" name="자막영역"/>
          <p:cNvSpPr txBox="1"/>
          <p:nvPr/>
        </p:nvSpPr>
        <p:spPr>
          <a:xfrm>
            <a:off x="260604" y="6012180"/>
            <a:ext cx="4661611" cy="1252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6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시간에는 restart와 리소스 제한, profiles를 알아봅니다.</a:t>
            </a:r>
            <a:endParaRPr lang="en-US" sz="1500" dirty="0"/>
          </a:p>
        </p:txBody>
      </p:sp>
      <p:sp>
        <p:nvSpPr>
          <p:cNvPr id="5" name="화면영역"/>
          <p:cNvSpPr/>
          <p:nvPr/>
        </p:nvSpPr>
        <p:spPr>
          <a:xfrm>
            <a:off x="260604" y="2202790"/>
            <a:ext cx="4661611" cy="3556102"/>
          </a:xfrm>
          <a:prstGeom prst="roundRect">
            <a:avLst>
              <a:gd name="adj" fmla="val 5143"/>
            </a:avLst>
          </a:prstGeom>
          <a:solidFill>
            <a:srgbClr val="3B2F55"/>
          </a:solidFill>
          <a:ln w="19050">
            <a:solidFill>
              <a:srgbClr val="FF79C6"/>
            </a:solidFill>
            <a:prstDash val="solid"/>
          </a:ln>
        </p:spPr>
      </p:sp>
      <p:sp>
        <p:nvSpPr>
          <p:cNvPr id="6" name="다음회차"/>
          <p:cNvSpPr txBox="1"/>
          <p:nvPr/>
        </p:nvSpPr>
        <p:spPr>
          <a:xfrm>
            <a:off x="260604" y="2202790"/>
            <a:ext cx="4661611" cy="3556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9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12회차</a:t>
            </a:r>
            <a:endParaRPr lang="en-US" sz="16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5F6FA"/>
                </a:solidFill>
                <a:latin typeface="HY견고딕" pitchFamily="34" charset="0"/>
                <a:ea typeface="HY견고딕" pitchFamily="34" charset="-122"/>
                <a:cs typeface="HY견고딕" pitchFamily="34" charset="-120"/>
              </a:rPr>
              <a:t>Compose 실전 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11회차 Compose 설정 다듬기</dc:title>
  <dc:subject>PptxGenJS Presentation</dc:subject>
  <dc:creator>PptxGenJS</dc:creator>
  <cp:lastModifiedBy>PptxGenJS</cp:lastModifiedBy>
  <cp:revision>1</cp:revision>
  <dcterms:created xsi:type="dcterms:W3CDTF">2026-10-08T08:24:06Z</dcterms:created>
  <dcterms:modified xsi:type="dcterms:W3CDTF">2026-10-08T08:24:06Z</dcterms:modified>
</cp:coreProperties>
</file>