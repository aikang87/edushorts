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Docker로 머신러닝 개발환경을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라이브러리를 내 컴퓨터에 직접 설치하면 버전이 꼬이기 쉽습니다. 컨테이너에 담으면 깨끗하게 지울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Dockerfile에 파이썬 이미지를 고르고, pip으로 필요한 라이브러리를 설치합니다.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build로 이미지를 만듭니다. 라이브러리를 내려받는 동안 시간이 걸리지만, 한 번 만들어 두면 계속 쓸 수 있습니다. (긴 빌드 로그 중 핵심 줄만 표시, 설치된 패키지는 일부만 표시. 설치에는 약 2~3분 소요)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붓꽃 데이터로 꽃의 종류를 맞히는 간단한 머신러닝 코드입니다. (빈 줄은 생략하고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내 폴더에 두고, 컨테이너를 실행하며 연결합니다. 정확도가 출력됩니다.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JupyterLab을 실행하면, 로그에 접속 주소가 나옵니다. 주소 끝의 token이 비밀번호 역할을 합니다. (긴 명령은 \ 로 줄바꿈해 표시, 컨테이너 ID와 token 은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브라우저로 접속하면 JupyterLab에서 코드를 실행하고 결과를 바로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이미지에 라이브러리를, 볼륨에 코드를 담아 개발환경을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이 환경을 더 편하게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Docker로 머신러닝 개발환경을 만듭니다.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Docker로 ML 개발환경 ①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라이브러리를 내 컴퓨터에 직접 설치하면 버전이 꼬이기 쉽습니다. 컨테이너에 담으면 깨끗하게 지울 수 있습니다.</a:t>
            </a:r>
            <a:endParaRPr lang="en-US" sz="1500" dirty="0"/>
          </a:p>
        </p:txBody>
      </p:sp>
      <p:sp>
        <p:nvSpPr>
          <p:cNvPr id="5" name="직접설치"/>
          <p:cNvSpPr/>
          <p:nvPr/>
        </p:nvSpPr>
        <p:spPr>
          <a:xfrm>
            <a:off x="274320" y="256032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13141C"/>
          </a:solidFill>
          <a:ln w="19050">
            <a:solidFill>
              <a:srgbClr val="FF55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74320" y="2560320"/>
            <a:ext cx="21031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컴퓨터에 직접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프로젝트마다 라이브러리 버전이 달라 충돌</a:t>
            </a:r>
            <a:endParaRPr lang="en-US" sz="1600" dirty="0"/>
          </a:p>
        </p:txBody>
      </p:sp>
      <p:sp>
        <p:nvSpPr>
          <p:cNvPr id="7" name="컨테이너"/>
          <p:cNvSpPr/>
          <p:nvPr/>
        </p:nvSpPr>
        <p:spPr>
          <a:xfrm>
            <a:off x="2743200" y="256032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2560320"/>
            <a:ext cx="21031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컨테이너에 담기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numpy, pandas, scikit-learn 을 이미지 안에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4754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지우면 흔적 없이 깨끗하게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Dockerfile에 파이썬 이미지를 고르고, pip으로 필요한 라이브러리를 설치합니다.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user@PC:~/mlenv$ </a:t>
            </a:r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95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45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endParaRPr lang="en-US" sz="95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36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/work</a:t>
            </a:r>
            <a:endParaRPr lang="en-US" sz="95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26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\</a:t>
            </a:r>
            <a:endParaRPr lang="en-US" sz="950" dirty="0"/>
          </a:p>
        </p:txBody>
      </p:sp>
      <p:sp>
        <p:nvSpPr>
          <p:cNvPr id="12" name="강조"/>
          <p:cNvSpPr/>
          <p:nvPr/>
        </p:nvSpPr>
        <p:spPr>
          <a:xfrm>
            <a:off x="459943" y="3517697"/>
            <a:ext cx="4398264" cy="208788"/>
          </a:xfrm>
          <a:prstGeom prst="roundRect">
            <a:avLst>
              <a:gd name="adj" fmla="val 21898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17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numpy pandas scikit-learn jupyterlab</a:t>
            </a:r>
            <a:endParaRPr lang="en-US" sz="95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07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8888</a:t>
            </a:r>
            <a:endParaRPr lang="en-US" sz="95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098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["jupyter", "lab", "--ip=0.0.0.0", \</a:t>
            </a:r>
            <a:endParaRPr lang="en-US" sz="950" dirty="0"/>
          </a:p>
        </p:txBody>
      </p:sp>
      <p:sp>
        <p:nvSpPr>
          <p:cNvPr id="16" name="터미널줄8"/>
          <p:cNvSpPr txBox="1"/>
          <p:nvPr/>
        </p:nvSpPr>
        <p:spPr>
          <a:xfrm>
            <a:off x="523951" y="4288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"--no-browser", "--allow-root"]</a:t>
            </a:r>
            <a:endParaRPr lang="en-US" sz="950" dirty="0"/>
          </a:p>
        </p:txBody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 으로 라이브러리 설치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build로 이미지를 만듭니다. 라이브러리를 내려받는 동안 시간이 걸리지만, 한 번 만들어 두면 계속 쓸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ml-env .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[3/3] RUN pip install --no-cache-dir     numpy pan…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Successfully installed ...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numpy-2.5.3 pandas-3.0.6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scikit-learn-1.9.1 jupyterlab-4.6.4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라이브러리가 이미지에 설치됨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붓꽃 데이터로 꽃의 종류를 맞히는 간단한 머신러닝 코드입니다.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user@PC:~/mlenv$ </a:t>
            </a:r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train.py</a:t>
            </a:r>
            <a:endParaRPr lang="en-US" sz="95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45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load_iris</a:t>
            </a:r>
            <a:endParaRPr lang="en-US" sz="95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36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5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26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17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load_iris(return_X_y=True)</a:t>
            </a:r>
            <a:endParaRPr lang="en-US" sz="95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07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train_test_split(X, y, random_state=0)</a:t>
            </a:r>
            <a:endParaRPr lang="en-US" sz="95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098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RandomForestClassifier(random_state=0).fit(Xtr, ytr)</a:t>
            </a:r>
            <a:endParaRPr lang="en-US" sz="950" dirty="0"/>
          </a:p>
        </p:txBody>
      </p:sp>
      <p:sp>
        <p:nvSpPr>
          <p:cNvPr id="15" name="터미널줄8"/>
          <p:cNvSpPr txBox="1"/>
          <p:nvPr/>
        </p:nvSpPr>
        <p:spPr>
          <a:xfrm>
            <a:off x="523951" y="4288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print("accuracy:", round(clf.score(Xte, yte), 3))</a:t>
            </a:r>
            <a:endParaRPr lang="en-US" sz="950" dirty="0"/>
          </a:p>
        </p:txBody>
      </p:sp>
      <p:sp>
        <p:nvSpPr>
          <p:cNvPr id="16" name="강조"/>
          <p:cNvSpPr/>
          <p:nvPr/>
        </p:nvSpPr>
        <p:spPr>
          <a:xfrm>
            <a:off x="459943" y="4279697"/>
            <a:ext cx="4398264" cy="208788"/>
          </a:xfrm>
          <a:prstGeom prst="roundRect">
            <a:avLst>
              <a:gd name="adj" fmla="val 21898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붓꽃 분류 (RandomForest)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내 폴더에 두고, 컨테이너를 실행하며 연결합니다. 정확도가 출력됩니다.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"$PWD":/work \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143256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ml-env python train.py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accuracy: 0.974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내 폴더, 환경은 컨테이너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JupyterLab을 실행하면, 로그에 접속 주소가 나옵니다. 주소 끝의 token이 비밀번호 역할을 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lab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8888:8888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"$PWD":/work ml-env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c80af12725786143f923a3dcda1737…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lab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http://127.0.0.1:8888/lab?token=e101121efd43…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주소와 token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브라우저로 접속하면 JupyterLab에서 코드를 실행하고 결과를 바로 볼 수 있습니다.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2355037"/>
            <a:ext cx="4480560" cy="3251606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2373325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2419045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41904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localhost:8888/lab</a:t>
            </a:r>
            <a:endParaRPr lang="en-US" sz="1200" dirty="0"/>
          </a:p>
        </p:txBody>
      </p:sp>
      <p:pic>
        <p:nvPicPr>
          <p:cNvPr id="9" name="Image 0" descr="JupyterLab: 붓꽃 데이터 describe() 실행 결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739085"/>
            <a:ext cx="4443984" cy="2849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이미지에 라이브러리를, 볼륨에 코드를 담아 개발환경을 만듭니다.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설치</a:t>
            </a:r>
            <a:endParaRPr lang="en-US" sz="13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내 폴더에</a:t>
            </a:r>
            <a:endParaRPr lang="en-US" sz="13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8888:8888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4389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JupyterLab 접속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 · Docker로 ML 개발환경 ①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이 환경을 더 편하게 만들어 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Docker로 ML 개발환경 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17회차 ML 개발환경 ①</dc:title>
  <dc:subject>PptxGenJS Presentation</dc:subject>
  <dc:creator>PptxGenJS</dc:creator>
  <cp:lastModifiedBy>PptxGenJS</cp:lastModifiedBy>
  <cp:revision>1</cp:revision>
  <dcterms:created xsi:type="dcterms:W3CDTF">2026-10-08T09:12:18Z</dcterms:created>
  <dcterms:modified xsi:type="dcterms:W3CDTF">2026-10-08T09:12:18Z</dcterms:modified>
</cp:coreProperties>
</file>